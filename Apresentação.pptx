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Montserrat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zsArfoQSH9Zke7v5b0SQbQqE2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Montserrat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Olá. Boa noite a todos.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Meu nome é edmilza. Eu sou integrante do grupo Plutão que fará apresentação do nosso agente, o Nix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vamos falar um pouquinho sobre o processo.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Como se deu a criação do nosso agente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 Quais os desafios que encontramos no caminho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O que o agente vê para o futuro do nosso agente...melhorias no geral.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Ao final, nós vamos apresentar para vocês. O funcionamento do nosso agente, que é o resultado de todo o nosso trabalho/do nosso processo.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48N2gEOMUXHHqaXKp7Kv9p86vpMCg8sk/view" TargetMode="External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pq5SdjJiKeqTviJ6NYKzSFpzfWRIUknH/view" TargetMode="External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3" Type="http://schemas.openxmlformats.org/officeDocument/2006/relationships/image" Target="../media/image36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833146" y="704540"/>
            <a:ext cx="16621708" cy="8697094"/>
            <a:chOff x="0" y="-47625"/>
            <a:chExt cx="4377734" cy="229059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377734" cy="2242968"/>
            </a:xfrm>
            <a:custGeom>
              <a:rect b="b" l="l" r="r" t="t"/>
              <a:pathLst>
                <a:path extrusionOk="0" h="2242968" w="4377734">
                  <a:moveTo>
                    <a:pt x="25617" y="0"/>
                  </a:moveTo>
                  <a:lnTo>
                    <a:pt x="4352117" y="0"/>
                  </a:lnTo>
                  <a:cubicBezTo>
                    <a:pt x="4366264" y="0"/>
                    <a:pt x="4377734" y="11469"/>
                    <a:pt x="4377734" y="25617"/>
                  </a:cubicBezTo>
                  <a:lnTo>
                    <a:pt x="4377734" y="2217350"/>
                  </a:lnTo>
                  <a:cubicBezTo>
                    <a:pt x="4377734" y="2231498"/>
                    <a:pt x="4366264" y="2242968"/>
                    <a:pt x="4352117" y="2242968"/>
                  </a:cubicBezTo>
                  <a:lnTo>
                    <a:pt x="25617" y="2242968"/>
                  </a:lnTo>
                  <a:cubicBezTo>
                    <a:pt x="11469" y="2242968"/>
                    <a:pt x="0" y="2231498"/>
                    <a:pt x="0" y="2217350"/>
                  </a:cubicBezTo>
                  <a:lnTo>
                    <a:pt x="0" y="25617"/>
                  </a:lnTo>
                  <a:cubicBezTo>
                    <a:pt x="0" y="11469"/>
                    <a:pt x="11469" y="0"/>
                    <a:pt x="25617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FFFFFF">
                  <a:alpha val="62745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4377734" cy="2290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2729447" y="3377364"/>
            <a:ext cx="12829106" cy="3532272"/>
            <a:chOff x="0" y="0"/>
            <a:chExt cx="17105474" cy="4709697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0" y="0"/>
              <a:ext cx="17105474" cy="29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11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BOOTCAMP DE INTELIGÊNCIA ARTIFICIAL</a:t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5605783" y="3709572"/>
              <a:ext cx="5893908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3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Agente de IA desenvolvido para a NEOOH</a:t>
              </a:r>
              <a:endParaRPr/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7229658" y="9700752"/>
            <a:ext cx="3828681" cy="20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 do Projeto • SoulCode 2026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6484463" y="2552638"/>
            <a:ext cx="477724" cy="477724"/>
          </a:xfrm>
          <a:custGeom>
            <a:rect b="b" l="l" r="r" t="t"/>
            <a:pathLst>
              <a:path extrusionOk="0" h="477724" w="477724">
                <a:moveTo>
                  <a:pt x="0" y="0"/>
                </a:moveTo>
                <a:lnTo>
                  <a:pt x="477724" y="0"/>
                </a:lnTo>
                <a:lnTo>
                  <a:pt x="477724" y="477724"/>
                </a:lnTo>
                <a:lnTo>
                  <a:pt x="0" y="477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6484463" y="3253305"/>
            <a:ext cx="477724" cy="477724"/>
          </a:xfrm>
          <a:custGeom>
            <a:rect b="b" l="l" r="r" t="t"/>
            <a:pathLst>
              <a:path extrusionOk="0" h="477724" w="477724">
                <a:moveTo>
                  <a:pt x="0" y="0"/>
                </a:moveTo>
                <a:lnTo>
                  <a:pt x="477724" y="0"/>
                </a:lnTo>
                <a:lnTo>
                  <a:pt x="477724" y="477724"/>
                </a:lnTo>
                <a:lnTo>
                  <a:pt x="0" y="477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6484463" y="3950104"/>
            <a:ext cx="477724" cy="477724"/>
          </a:xfrm>
          <a:custGeom>
            <a:rect b="b" l="l" r="r" t="t"/>
            <a:pathLst>
              <a:path extrusionOk="0" h="477724" w="477724">
                <a:moveTo>
                  <a:pt x="0" y="0"/>
                </a:moveTo>
                <a:lnTo>
                  <a:pt x="477724" y="0"/>
                </a:lnTo>
                <a:lnTo>
                  <a:pt x="477724" y="477724"/>
                </a:lnTo>
                <a:lnTo>
                  <a:pt x="0" y="477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6484463" y="4646903"/>
            <a:ext cx="477724" cy="477724"/>
          </a:xfrm>
          <a:custGeom>
            <a:rect b="b" l="l" r="r" t="t"/>
            <a:pathLst>
              <a:path extrusionOk="0" h="477724" w="477724">
                <a:moveTo>
                  <a:pt x="0" y="0"/>
                </a:moveTo>
                <a:lnTo>
                  <a:pt x="477724" y="0"/>
                </a:lnTo>
                <a:lnTo>
                  <a:pt x="477724" y="477725"/>
                </a:lnTo>
                <a:lnTo>
                  <a:pt x="0" y="477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6484463" y="5362753"/>
            <a:ext cx="477724" cy="477724"/>
          </a:xfrm>
          <a:custGeom>
            <a:rect b="b" l="l" r="r" t="t"/>
            <a:pathLst>
              <a:path extrusionOk="0" h="477724" w="477724">
                <a:moveTo>
                  <a:pt x="0" y="0"/>
                </a:moveTo>
                <a:lnTo>
                  <a:pt x="477724" y="0"/>
                </a:lnTo>
                <a:lnTo>
                  <a:pt x="477724" y="477724"/>
                </a:lnTo>
                <a:lnTo>
                  <a:pt x="0" y="477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1" name="Google Shape;101;p2"/>
          <p:cNvGrpSpPr/>
          <p:nvPr/>
        </p:nvGrpSpPr>
        <p:grpSpPr>
          <a:xfrm>
            <a:off x="6024450" y="6718712"/>
            <a:ext cx="6239100" cy="1893956"/>
            <a:chOff x="0" y="-9525"/>
            <a:chExt cx="1643220" cy="49882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643220" cy="489295"/>
            </a:xfrm>
            <a:custGeom>
              <a:rect b="b" l="l" r="r" t="t"/>
              <a:pathLst>
                <a:path extrusionOk="0" h="489295" w="1643220">
                  <a:moveTo>
                    <a:pt x="60803" y="0"/>
                  </a:moveTo>
                  <a:lnTo>
                    <a:pt x="1582417" y="0"/>
                  </a:lnTo>
                  <a:cubicBezTo>
                    <a:pt x="1598543" y="0"/>
                    <a:pt x="1614008" y="6406"/>
                    <a:pt x="1625411" y="17809"/>
                  </a:cubicBezTo>
                  <a:cubicBezTo>
                    <a:pt x="1636814" y="29211"/>
                    <a:pt x="1643220" y="44677"/>
                    <a:pt x="1643220" y="60803"/>
                  </a:cubicBezTo>
                  <a:lnTo>
                    <a:pt x="1643220" y="428492"/>
                  </a:lnTo>
                  <a:cubicBezTo>
                    <a:pt x="1643220" y="444618"/>
                    <a:pt x="1636814" y="460083"/>
                    <a:pt x="1625411" y="471486"/>
                  </a:cubicBezTo>
                  <a:cubicBezTo>
                    <a:pt x="1614008" y="482889"/>
                    <a:pt x="1598543" y="489295"/>
                    <a:pt x="1582417" y="489295"/>
                  </a:cubicBezTo>
                  <a:lnTo>
                    <a:pt x="60803" y="489295"/>
                  </a:lnTo>
                  <a:cubicBezTo>
                    <a:pt x="44677" y="489295"/>
                    <a:pt x="29211" y="482889"/>
                    <a:pt x="17809" y="471486"/>
                  </a:cubicBezTo>
                  <a:cubicBezTo>
                    <a:pt x="6406" y="460083"/>
                    <a:pt x="0" y="444618"/>
                    <a:pt x="0" y="428492"/>
                  </a:cubicBezTo>
                  <a:lnTo>
                    <a:pt x="0" y="60803"/>
                  </a:lnTo>
                  <a:cubicBezTo>
                    <a:pt x="0" y="44677"/>
                    <a:pt x="6406" y="29211"/>
                    <a:pt x="17809" y="17809"/>
                  </a:cubicBezTo>
                  <a:cubicBezTo>
                    <a:pt x="29211" y="6406"/>
                    <a:pt x="44677" y="0"/>
                    <a:pt x="60803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9525"/>
              <a:ext cx="1643220" cy="498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2366181" y="1000199"/>
            <a:ext cx="13555638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Equipe e colaboração estratégica</a:t>
            </a:r>
            <a:endParaRPr b="1" i="0" sz="6000" u="none" cap="none" strike="noStrike">
              <a:solidFill>
                <a:srgbClr val="4A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201333" y="2563311"/>
            <a:ext cx="4658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Edimilza Carla de Jesus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140781" y="3265452"/>
            <a:ext cx="374428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Letícia Maria Fuzer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140781" y="3961103"/>
            <a:ext cx="510100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Murillo Guedes Manalischi</a:t>
            </a:r>
            <a:endParaRPr b="0" i="0" sz="3064" u="none" cap="none" strike="noStrike">
              <a:solidFill>
                <a:srgbClr val="4A1A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140781" y="4676775"/>
            <a:ext cx="3170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Thais Rodrigues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140781" y="5373752"/>
            <a:ext cx="585861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Wendler Wendel Lins da Silva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6539142" y="7047729"/>
            <a:ext cx="5209717" cy="1234214"/>
            <a:chOff x="0" y="0"/>
            <a:chExt cx="6946289" cy="1645619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575968" cy="575968"/>
            </a:xfrm>
            <a:custGeom>
              <a:rect b="b" l="l" r="r" t="t"/>
              <a:pathLst>
                <a:path extrusionOk="0" h="575968" w="575968">
                  <a:moveTo>
                    <a:pt x="0" y="0"/>
                  </a:moveTo>
                  <a:lnTo>
                    <a:pt x="575968" y="0"/>
                  </a:lnTo>
                  <a:lnTo>
                    <a:pt x="575968" y="575968"/>
                  </a:lnTo>
                  <a:lnTo>
                    <a:pt x="0" y="5759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2" name="Google Shape;112;p2"/>
            <p:cNvSpPr/>
            <p:nvPr/>
          </p:nvSpPr>
          <p:spPr>
            <a:xfrm>
              <a:off x="80517" y="640592"/>
              <a:ext cx="414934" cy="414934"/>
            </a:xfrm>
            <a:custGeom>
              <a:rect b="b" l="l" r="r" t="t"/>
              <a:pathLst>
                <a:path extrusionOk="0" h="414934" w="414934">
                  <a:moveTo>
                    <a:pt x="0" y="0"/>
                  </a:moveTo>
                  <a:lnTo>
                    <a:pt x="414934" y="0"/>
                  </a:lnTo>
                  <a:lnTo>
                    <a:pt x="414934" y="414934"/>
                  </a:lnTo>
                  <a:lnTo>
                    <a:pt x="0" y="4149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2"/>
            <p:cNvSpPr/>
            <p:nvPr/>
          </p:nvSpPr>
          <p:spPr>
            <a:xfrm>
              <a:off x="80517" y="1150168"/>
              <a:ext cx="495451" cy="495451"/>
            </a:xfrm>
            <a:custGeom>
              <a:rect b="b" l="l" r="r" t="t"/>
              <a:pathLst>
                <a:path extrusionOk="0" h="495451" w="495451">
                  <a:moveTo>
                    <a:pt x="0" y="0"/>
                  </a:moveTo>
                  <a:lnTo>
                    <a:pt x="495451" y="0"/>
                  </a:lnTo>
                  <a:lnTo>
                    <a:pt x="495451" y="495451"/>
                  </a:lnTo>
                  <a:lnTo>
                    <a:pt x="0" y="4954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660781" y="2874"/>
              <a:ext cx="6285508" cy="1642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Processo colaborativo</a:t>
              </a:r>
              <a:endParaRPr/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Aplicação de metodologia ágil </a:t>
              </a:r>
              <a:endParaRPr/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Foco em organização</a:t>
              </a:r>
              <a:endParaRPr/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1473719" y="1173544"/>
            <a:ext cx="15340563" cy="7939911"/>
          </a:xfrm>
          <a:custGeom>
            <a:rect b="b" l="l" r="r" t="t"/>
            <a:pathLst>
              <a:path extrusionOk="0" h="7939911" w="15340563">
                <a:moveTo>
                  <a:pt x="0" y="0"/>
                </a:moveTo>
                <a:lnTo>
                  <a:pt x="15340562" y="0"/>
                </a:lnTo>
                <a:lnTo>
                  <a:pt x="15340562" y="7939912"/>
                </a:lnTo>
                <a:lnTo>
                  <a:pt x="0" y="7939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5" r="0" t="-1205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2783386" y="1743005"/>
            <a:ext cx="12736276" cy="1244555"/>
            <a:chOff x="0" y="-47625"/>
            <a:chExt cx="3354388" cy="327782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3354388" cy="280157"/>
            </a:xfrm>
            <a:custGeom>
              <a:rect b="b" l="l" r="r" t="t"/>
              <a:pathLst>
                <a:path extrusionOk="0" h="280157" w="3354388">
                  <a:moveTo>
                    <a:pt x="18844" y="0"/>
                  </a:moveTo>
                  <a:lnTo>
                    <a:pt x="3335544" y="0"/>
                  </a:lnTo>
                  <a:cubicBezTo>
                    <a:pt x="3340542" y="0"/>
                    <a:pt x="3345335" y="1985"/>
                    <a:pt x="3348869" y="5519"/>
                  </a:cubicBezTo>
                  <a:cubicBezTo>
                    <a:pt x="3352403" y="9053"/>
                    <a:pt x="3354388" y="13846"/>
                    <a:pt x="3354388" y="18844"/>
                  </a:cubicBezTo>
                  <a:lnTo>
                    <a:pt x="3354388" y="261313"/>
                  </a:lnTo>
                  <a:cubicBezTo>
                    <a:pt x="3354388" y="266311"/>
                    <a:pt x="3352403" y="271104"/>
                    <a:pt x="3348869" y="274638"/>
                  </a:cubicBezTo>
                  <a:cubicBezTo>
                    <a:pt x="3345335" y="278172"/>
                    <a:pt x="3340542" y="280157"/>
                    <a:pt x="3335544" y="280157"/>
                  </a:cubicBezTo>
                  <a:lnTo>
                    <a:pt x="18844" y="280157"/>
                  </a:lnTo>
                  <a:cubicBezTo>
                    <a:pt x="13846" y="280157"/>
                    <a:pt x="9053" y="278172"/>
                    <a:pt x="5519" y="274638"/>
                  </a:cubicBezTo>
                  <a:cubicBezTo>
                    <a:pt x="1985" y="271104"/>
                    <a:pt x="0" y="266311"/>
                    <a:pt x="0" y="261313"/>
                  </a:cubicBezTo>
                  <a:lnTo>
                    <a:pt x="0" y="18844"/>
                  </a:lnTo>
                  <a:cubicBezTo>
                    <a:pt x="0" y="13846"/>
                    <a:pt x="1985" y="9053"/>
                    <a:pt x="5519" y="5519"/>
                  </a:cubicBezTo>
                  <a:cubicBezTo>
                    <a:pt x="9053" y="1985"/>
                    <a:pt x="13846" y="0"/>
                    <a:pt x="18844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-47625"/>
              <a:ext cx="3354388" cy="327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2783386" y="3244876"/>
            <a:ext cx="12736276" cy="3012157"/>
            <a:chOff x="0" y="-47625"/>
            <a:chExt cx="3354388" cy="793320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3354388" cy="745695"/>
            </a:xfrm>
            <a:custGeom>
              <a:rect b="b" l="l" r="r" t="t"/>
              <a:pathLst>
                <a:path extrusionOk="0" h="745695" w="3354388">
                  <a:moveTo>
                    <a:pt x="18844" y="0"/>
                  </a:moveTo>
                  <a:lnTo>
                    <a:pt x="3335544" y="0"/>
                  </a:lnTo>
                  <a:cubicBezTo>
                    <a:pt x="3340542" y="0"/>
                    <a:pt x="3345335" y="1985"/>
                    <a:pt x="3348869" y="5519"/>
                  </a:cubicBezTo>
                  <a:cubicBezTo>
                    <a:pt x="3352403" y="9053"/>
                    <a:pt x="3354388" y="13846"/>
                    <a:pt x="3354388" y="18844"/>
                  </a:cubicBezTo>
                  <a:lnTo>
                    <a:pt x="3354388" y="726851"/>
                  </a:lnTo>
                  <a:cubicBezTo>
                    <a:pt x="3354388" y="731849"/>
                    <a:pt x="3352403" y="736642"/>
                    <a:pt x="3348869" y="740176"/>
                  </a:cubicBezTo>
                  <a:cubicBezTo>
                    <a:pt x="3345335" y="743710"/>
                    <a:pt x="3340542" y="745695"/>
                    <a:pt x="3335544" y="745695"/>
                  </a:cubicBezTo>
                  <a:lnTo>
                    <a:pt x="18844" y="745695"/>
                  </a:lnTo>
                  <a:cubicBezTo>
                    <a:pt x="13846" y="745695"/>
                    <a:pt x="9053" y="743710"/>
                    <a:pt x="5519" y="740176"/>
                  </a:cubicBezTo>
                  <a:cubicBezTo>
                    <a:pt x="1985" y="736642"/>
                    <a:pt x="0" y="731849"/>
                    <a:pt x="0" y="726851"/>
                  </a:cubicBezTo>
                  <a:lnTo>
                    <a:pt x="0" y="18844"/>
                  </a:lnTo>
                  <a:cubicBezTo>
                    <a:pt x="0" y="13846"/>
                    <a:pt x="1985" y="9053"/>
                    <a:pt x="5519" y="5519"/>
                  </a:cubicBezTo>
                  <a:cubicBezTo>
                    <a:pt x="9053" y="1985"/>
                    <a:pt x="13846" y="0"/>
                    <a:pt x="18844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-47625"/>
              <a:ext cx="3354388" cy="79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4"/>
          <p:cNvGrpSpPr/>
          <p:nvPr/>
        </p:nvGrpSpPr>
        <p:grpSpPr>
          <a:xfrm>
            <a:off x="2790875" y="6514350"/>
            <a:ext cx="12736276" cy="3419781"/>
            <a:chOff x="0" y="-47625"/>
            <a:chExt cx="3354388" cy="826873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3354388" cy="779248"/>
            </a:xfrm>
            <a:custGeom>
              <a:rect b="b" l="l" r="r" t="t"/>
              <a:pathLst>
                <a:path extrusionOk="0" h="779248" w="3354388">
                  <a:moveTo>
                    <a:pt x="18844" y="0"/>
                  </a:moveTo>
                  <a:lnTo>
                    <a:pt x="3335544" y="0"/>
                  </a:lnTo>
                  <a:cubicBezTo>
                    <a:pt x="3340542" y="0"/>
                    <a:pt x="3345335" y="1985"/>
                    <a:pt x="3348869" y="5519"/>
                  </a:cubicBezTo>
                  <a:cubicBezTo>
                    <a:pt x="3352403" y="9053"/>
                    <a:pt x="3354388" y="13846"/>
                    <a:pt x="3354388" y="18844"/>
                  </a:cubicBezTo>
                  <a:lnTo>
                    <a:pt x="3354388" y="760404"/>
                  </a:lnTo>
                  <a:cubicBezTo>
                    <a:pt x="3354388" y="765401"/>
                    <a:pt x="3352403" y="770195"/>
                    <a:pt x="3348869" y="773728"/>
                  </a:cubicBezTo>
                  <a:cubicBezTo>
                    <a:pt x="3345335" y="777262"/>
                    <a:pt x="3340542" y="779248"/>
                    <a:pt x="3335544" y="779248"/>
                  </a:cubicBezTo>
                  <a:lnTo>
                    <a:pt x="18844" y="779248"/>
                  </a:lnTo>
                  <a:cubicBezTo>
                    <a:pt x="13846" y="779248"/>
                    <a:pt x="9053" y="777262"/>
                    <a:pt x="5519" y="773728"/>
                  </a:cubicBezTo>
                  <a:cubicBezTo>
                    <a:pt x="1985" y="770195"/>
                    <a:pt x="0" y="765401"/>
                    <a:pt x="0" y="760404"/>
                  </a:cubicBezTo>
                  <a:lnTo>
                    <a:pt x="0" y="18844"/>
                  </a:lnTo>
                  <a:cubicBezTo>
                    <a:pt x="0" y="13846"/>
                    <a:pt x="1985" y="9053"/>
                    <a:pt x="5519" y="5519"/>
                  </a:cubicBezTo>
                  <a:cubicBezTo>
                    <a:pt x="9053" y="1985"/>
                    <a:pt x="13846" y="0"/>
                    <a:pt x="18844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0" y="-47625"/>
              <a:ext cx="3354388" cy="826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 rot="5400000">
            <a:off x="3200474" y="2193511"/>
            <a:ext cx="545405" cy="524580"/>
          </a:xfrm>
          <a:custGeom>
            <a:rect b="b" l="l" r="r" t="t"/>
            <a:pathLst>
              <a:path extrusionOk="0" h="524580" w="545405">
                <a:moveTo>
                  <a:pt x="0" y="0"/>
                </a:moveTo>
                <a:lnTo>
                  <a:pt x="545405" y="0"/>
                </a:lnTo>
                <a:lnTo>
                  <a:pt x="545405" y="524581"/>
                </a:lnTo>
                <a:lnTo>
                  <a:pt x="0" y="524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6" name="Google Shape;136;p4"/>
          <p:cNvGrpSpPr/>
          <p:nvPr/>
        </p:nvGrpSpPr>
        <p:grpSpPr>
          <a:xfrm>
            <a:off x="3210886" y="3799463"/>
            <a:ext cx="11896194" cy="2033775"/>
            <a:chOff x="0" y="-66675"/>
            <a:chExt cx="15861592" cy="2711700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589765" cy="587641"/>
            </a:xfrm>
            <a:custGeom>
              <a:rect b="b" l="l" r="r" t="t"/>
              <a:pathLst>
                <a:path extrusionOk="0" h="587641" w="589765">
                  <a:moveTo>
                    <a:pt x="0" y="0"/>
                  </a:moveTo>
                  <a:lnTo>
                    <a:pt x="589765" y="0"/>
                  </a:lnTo>
                  <a:lnTo>
                    <a:pt x="589765" y="587641"/>
                  </a:lnTo>
                  <a:lnTo>
                    <a:pt x="0" y="5876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4"/>
            <p:cNvSpPr txBox="1"/>
            <p:nvPr/>
          </p:nvSpPr>
          <p:spPr>
            <a:xfrm>
              <a:off x="812092" y="-66675"/>
              <a:ext cx="15049500" cy="271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8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Objetivo do agente:</a:t>
              </a:r>
              <a:r>
                <a:rPr b="0" i="0" lang="en-US" sz="289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O agente de atendimento da Neooh é focado em suporte e prospecção, orientando clientes que desejam anunciar em canais específicos como </a:t>
              </a:r>
              <a:r>
                <a:rPr b="1" i="0" lang="en-US" sz="2898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shoppings, parques, clubes e cafeterias.</a:t>
              </a:r>
              <a:endParaRPr/>
            </a:p>
          </p:txBody>
        </p:sp>
      </p:grpSp>
      <p:sp>
        <p:nvSpPr>
          <p:cNvPr id="139" name="Google Shape;139;p4"/>
          <p:cNvSpPr/>
          <p:nvPr/>
        </p:nvSpPr>
        <p:spPr>
          <a:xfrm>
            <a:off x="3210886" y="6925453"/>
            <a:ext cx="475289" cy="475289"/>
          </a:xfrm>
          <a:custGeom>
            <a:rect b="b" l="l" r="r" t="t"/>
            <a:pathLst>
              <a:path extrusionOk="0" h="475289" w="475289">
                <a:moveTo>
                  <a:pt x="0" y="0"/>
                </a:moveTo>
                <a:lnTo>
                  <a:pt x="475289" y="0"/>
                </a:lnTo>
                <a:lnTo>
                  <a:pt x="475289" y="475289"/>
                </a:lnTo>
                <a:lnTo>
                  <a:pt x="0" y="475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 txBox="1"/>
          <p:nvPr/>
        </p:nvSpPr>
        <p:spPr>
          <a:xfrm>
            <a:off x="4750668" y="519291"/>
            <a:ext cx="8786664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Propósito e objetivos</a:t>
            </a:r>
            <a:endParaRPr b="1" i="0" sz="6000" u="none" cap="none" strike="noStrike">
              <a:solidFill>
                <a:srgbClr val="4A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3901637" y="2168761"/>
            <a:ext cx="98907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Missão do projeto:</a:t>
            </a: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conectar, capacitar e transformar</a:t>
            </a:r>
            <a:endParaRPr b="0" i="0" sz="28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819955" y="6858778"/>
            <a:ext cx="11287200" cy="25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Problemas resolvidos:</a:t>
            </a: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12880" lvl="1" marL="625761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8"/>
              <a:buFont typeface="Arial"/>
              <a:buChar char="•"/>
            </a:pP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Dificuldade no acesso rápido a informações.</a:t>
            </a:r>
            <a:endParaRPr/>
          </a:p>
          <a:p>
            <a:pPr indent="-312880" lvl="1" marL="625761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8"/>
              <a:buFont typeface="Arial"/>
              <a:buChar char="•"/>
            </a:pP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padronização no atendimento ao cliente.</a:t>
            </a:r>
            <a:endParaRPr/>
          </a:p>
          <a:p>
            <a:pPr indent="-312880" lvl="1" marL="625761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8"/>
              <a:buFont typeface="Arial"/>
              <a:buChar char="•"/>
            </a:pP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Limitação de atendimento comercial em tempo integral .</a:t>
            </a:r>
            <a:endParaRPr/>
          </a:p>
          <a:p>
            <a:pPr indent="-312880" lvl="1" marL="625761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8"/>
              <a:buFont typeface="Arial"/>
              <a:buChar char="•"/>
            </a:pPr>
            <a:r>
              <a:rPr b="0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Demora no retorno e suporte ao cliente final.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4426664" y="2082358"/>
            <a:ext cx="1735740" cy="1735740"/>
          </a:xfrm>
          <a:custGeom>
            <a:rect b="b" l="l" r="r" t="t"/>
            <a:pathLst>
              <a:path extrusionOk="0" h="1735740" w="1735740">
                <a:moveTo>
                  <a:pt x="0" y="0"/>
                </a:moveTo>
                <a:lnTo>
                  <a:pt x="1735740" y="0"/>
                </a:lnTo>
                <a:lnTo>
                  <a:pt x="1735740" y="1735740"/>
                </a:lnTo>
                <a:lnTo>
                  <a:pt x="0" y="1735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>
            <a:off x="8039702" y="1960163"/>
            <a:ext cx="1980130" cy="1980130"/>
          </a:xfrm>
          <a:custGeom>
            <a:rect b="b" l="l" r="r" t="t"/>
            <a:pathLst>
              <a:path extrusionOk="0" h="1980130" w="1980130">
                <a:moveTo>
                  <a:pt x="0" y="0"/>
                </a:moveTo>
                <a:lnTo>
                  <a:pt x="1980130" y="0"/>
                </a:lnTo>
                <a:lnTo>
                  <a:pt x="1980130" y="1980130"/>
                </a:lnTo>
                <a:lnTo>
                  <a:pt x="0" y="1980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/>
          <p:nvPr/>
        </p:nvSpPr>
        <p:spPr>
          <a:xfrm>
            <a:off x="11897130" y="2082358"/>
            <a:ext cx="1964206" cy="1964206"/>
          </a:xfrm>
          <a:custGeom>
            <a:rect b="b" l="l" r="r" t="t"/>
            <a:pathLst>
              <a:path extrusionOk="0" h="1964206" w="1964206">
                <a:moveTo>
                  <a:pt x="0" y="0"/>
                </a:moveTo>
                <a:lnTo>
                  <a:pt x="1964206" y="0"/>
                </a:lnTo>
                <a:lnTo>
                  <a:pt x="1964206" y="1964206"/>
                </a:lnTo>
                <a:lnTo>
                  <a:pt x="0" y="1964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1" name="Google Shape;151;p5"/>
          <p:cNvCxnSpPr/>
          <p:nvPr/>
        </p:nvCxnSpPr>
        <p:spPr>
          <a:xfrm>
            <a:off x="6439622" y="3054937"/>
            <a:ext cx="1322861" cy="9525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10296329" y="3073985"/>
            <a:ext cx="1332785" cy="1905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53" name="Google Shape;153;p5"/>
          <p:cNvGrpSpPr/>
          <p:nvPr/>
        </p:nvGrpSpPr>
        <p:grpSpPr>
          <a:xfrm>
            <a:off x="1468435" y="4962674"/>
            <a:ext cx="7287371" cy="4295626"/>
            <a:chOff x="0" y="-47625"/>
            <a:chExt cx="1919308" cy="113135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919308" cy="1083733"/>
            </a:xfrm>
            <a:custGeom>
              <a:rect b="b" l="l" r="r" t="t"/>
              <a:pathLst>
                <a:path extrusionOk="0" h="1083733" w="1919308">
                  <a:moveTo>
                    <a:pt x="42495" y="0"/>
                  </a:moveTo>
                  <a:lnTo>
                    <a:pt x="1876813" y="0"/>
                  </a:lnTo>
                  <a:cubicBezTo>
                    <a:pt x="1900282" y="0"/>
                    <a:pt x="1919308" y="19026"/>
                    <a:pt x="1919308" y="42495"/>
                  </a:cubicBezTo>
                  <a:lnTo>
                    <a:pt x="1919308" y="1041238"/>
                  </a:lnTo>
                  <a:cubicBezTo>
                    <a:pt x="1919308" y="1064708"/>
                    <a:pt x="1900282" y="1083733"/>
                    <a:pt x="1876813" y="1083733"/>
                  </a:cubicBezTo>
                  <a:lnTo>
                    <a:pt x="42495" y="1083733"/>
                  </a:lnTo>
                  <a:cubicBezTo>
                    <a:pt x="19026" y="1083733"/>
                    <a:pt x="0" y="1064708"/>
                    <a:pt x="0" y="1041238"/>
                  </a:cubicBezTo>
                  <a:lnTo>
                    <a:pt x="0" y="42495"/>
                  </a:lnTo>
                  <a:cubicBezTo>
                    <a:pt x="0" y="19026"/>
                    <a:pt x="19026" y="0"/>
                    <a:pt x="42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0" y="-47625"/>
              <a:ext cx="1919308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9532193" y="4962674"/>
            <a:ext cx="7287371" cy="4295626"/>
            <a:chOff x="0" y="-47625"/>
            <a:chExt cx="1919308" cy="1131358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1919308" cy="1083733"/>
            </a:xfrm>
            <a:custGeom>
              <a:rect b="b" l="l" r="r" t="t"/>
              <a:pathLst>
                <a:path extrusionOk="0" h="1083733" w="1919308">
                  <a:moveTo>
                    <a:pt x="42495" y="0"/>
                  </a:moveTo>
                  <a:lnTo>
                    <a:pt x="1876813" y="0"/>
                  </a:lnTo>
                  <a:cubicBezTo>
                    <a:pt x="1900282" y="0"/>
                    <a:pt x="1919308" y="19026"/>
                    <a:pt x="1919308" y="42495"/>
                  </a:cubicBezTo>
                  <a:lnTo>
                    <a:pt x="1919308" y="1041238"/>
                  </a:lnTo>
                  <a:cubicBezTo>
                    <a:pt x="1919308" y="1064708"/>
                    <a:pt x="1900282" y="1083733"/>
                    <a:pt x="1876813" y="1083733"/>
                  </a:cubicBezTo>
                  <a:lnTo>
                    <a:pt x="42495" y="1083733"/>
                  </a:lnTo>
                  <a:cubicBezTo>
                    <a:pt x="19026" y="1083733"/>
                    <a:pt x="0" y="1064708"/>
                    <a:pt x="0" y="1041238"/>
                  </a:cubicBezTo>
                  <a:lnTo>
                    <a:pt x="0" y="42495"/>
                  </a:lnTo>
                  <a:cubicBezTo>
                    <a:pt x="0" y="19026"/>
                    <a:pt x="19026" y="0"/>
                    <a:pt x="42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-47625"/>
              <a:ext cx="1919308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5"/>
          <p:cNvSpPr txBox="1"/>
          <p:nvPr/>
        </p:nvSpPr>
        <p:spPr>
          <a:xfrm>
            <a:off x="5241737" y="605983"/>
            <a:ext cx="7804524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Arquitetura técnica</a:t>
            </a:r>
            <a:endParaRPr b="1" i="0" sz="6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816349" y="3998939"/>
            <a:ext cx="9563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7612195" y="3998939"/>
            <a:ext cx="306360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 Conversacional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2203237" y="3998939"/>
            <a:ext cx="1353741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Store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3121680" y="5472748"/>
            <a:ext cx="3979372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do agente</a:t>
            </a:r>
            <a:endParaRPr b="1" i="0" sz="2400" u="none" cap="none" strike="noStrike">
              <a:solidFill>
                <a:srgbClr val="4A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2276353" y="5472747"/>
            <a:ext cx="1799049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946A6"/>
                </a:solidFill>
                <a:latin typeface="Montserrat"/>
                <a:ea typeface="Montserrat"/>
                <a:cs typeface="Montserrat"/>
                <a:sym typeface="Montserrat"/>
              </a:rPr>
              <a:t>Data Store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911944" y="6059488"/>
            <a:ext cx="6400354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Plataforma: </a:t>
            </a:r>
            <a:r>
              <a:rPr b="0" i="0" lang="en-US" sz="20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Google Cloud (Vertex AI)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1A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Motor: </a:t>
            </a:r>
            <a:r>
              <a:rPr b="0" i="0" lang="en-US" sz="20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IA Generativa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1A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Lógica: </a:t>
            </a:r>
            <a:r>
              <a:rPr b="0" i="0" lang="en-US" sz="20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Prompt para definição de comportamento.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1A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Conexão:</a:t>
            </a:r>
            <a:r>
              <a:rPr b="0" i="0" lang="en-US" sz="20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 Integração nativa com Data Store.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9975702" y="6059488"/>
            <a:ext cx="6400354" cy="2126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946A6"/>
                </a:solidFill>
                <a:latin typeface="Montserrat"/>
                <a:ea typeface="Montserrat"/>
                <a:cs typeface="Montserrat"/>
                <a:sym typeface="Montserrat"/>
              </a:rPr>
              <a:t>Conteúdo: </a:t>
            </a:r>
            <a:r>
              <a:rPr b="1" i="0" lang="en-US" sz="2000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Diretrizes Oficiais NEOOH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D946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946A6"/>
                </a:solidFill>
                <a:latin typeface="Montserrat"/>
                <a:ea typeface="Montserrat"/>
                <a:cs typeface="Montserrat"/>
                <a:sym typeface="Montserrat"/>
              </a:rPr>
              <a:t>Organização: </a:t>
            </a:r>
            <a:r>
              <a:rPr b="1" i="0" lang="en-US" sz="2000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Blocos temáticos (Produtos/Dados/SAC)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D946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946A6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b="0" i="0" lang="en-US" sz="2000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Suporte em vendas e negociação B2B.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4532292" y="243230"/>
            <a:ext cx="90476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Prompt personalizado</a:t>
            </a:r>
            <a:endParaRPr b="1" i="0" sz="6000" u="none" cap="none" strike="noStrike">
              <a:solidFill>
                <a:srgbClr val="4A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" name="Google Shape;173;p6"/>
          <p:cNvGrpSpPr/>
          <p:nvPr/>
        </p:nvGrpSpPr>
        <p:grpSpPr>
          <a:xfrm>
            <a:off x="3604791" y="1324318"/>
            <a:ext cx="10784783" cy="1403789"/>
            <a:chOff x="0" y="-241102"/>
            <a:chExt cx="14379710" cy="1871720"/>
          </a:xfrm>
        </p:grpSpPr>
        <p:grpSp>
          <p:nvGrpSpPr>
            <p:cNvPr id="174" name="Google Shape;174;p6"/>
            <p:cNvGrpSpPr/>
            <p:nvPr/>
          </p:nvGrpSpPr>
          <p:grpSpPr>
            <a:xfrm>
              <a:off x="0" y="-241102"/>
              <a:ext cx="14379710" cy="1871720"/>
              <a:chOff x="0" y="-47625"/>
              <a:chExt cx="2840437" cy="369722"/>
            </a:xfrm>
          </p:grpSpPr>
          <p:sp>
            <p:nvSpPr>
              <p:cNvPr id="175" name="Google Shape;175;p6"/>
              <p:cNvSpPr/>
              <p:nvPr/>
            </p:nvSpPr>
            <p:spPr>
              <a:xfrm>
                <a:off x="0" y="0"/>
                <a:ext cx="2840437" cy="322097"/>
              </a:xfrm>
              <a:custGeom>
                <a:rect b="b" l="l" r="r" t="t"/>
                <a:pathLst>
                  <a:path extrusionOk="0" h="322097" w="2840437">
                    <a:moveTo>
                      <a:pt x="20100" y="0"/>
                    </a:moveTo>
                    <a:lnTo>
                      <a:pt x="2820337" y="0"/>
                    </a:lnTo>
                    <a:cubicBezTo>
                      <a:pt x="2825668" y="0"/>
                      <a:pt x="2830780" y="2118"/>
                      <a:pt x="2834550" y="5887"/>
                    </a:cubicBezTo>
                    <a:cubicBezTo>
                      <a:pt x="2838319" y="9657"/>
                      <a:pt x="2840437" y="14769"/>
                      <a:pt x="2840437" y="20100"/>
                    </a:cubicBezTo>
                    <a:lnTo>
                      <a:pt x="2840437" y="301997"/>
                    </a:lnTo>
                    <a:cubicBezTo>
                      <a:pt x="2840437" y="313098"/>
                      <a:pt x="2831438" y="322097"/>
                      <a:pt x="2820337" y="322097"/>
                    </a:cubicBezTo>
                    <a:lnTo>
                      <a:pt x="20100" y="322097"/>
                    </a:lnTo>
                    <a:cubicBezTo>
                      <a:pt x="8999" y="322097"/>
                      <a:pt x="0" y="313098"/>
                      <a:pt x="0" y="301997"/>
                    </a:cubicBezTo>
                    <a:lnTo>
                      <a:pt x="0" y="20100"/>
                    </a:lnTo>
                    <a:cubicBezTo>
                      <a:pt x="0" y="14769"/>
                      <a:pt x="2118" y="9657"/>
                      <a:pt x="5887" y="5887"/>
                    </a:cubicBezTo>
                    <a:cubicBezTo>
                      <a:pt x="9657" y="2118"/>
                      <a:pt x="14769" y="0"/>
                      <a:pt x="20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6"/>
              <p:cNvSpPr txBox="1"/>
              <p:nvPr/>
            </p:nvSpPr>
            <p:spPr>
              <a:xfrm>
                <a:off x="0" y="-47625"/>
                <a:ext cx="2840437" cy="369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" name="Google Shape;177;p6"/>
            <p:cNvSpPr txBox="1"/>
            <p:nvPr/>
          </p:nvSpPr>
          <p:spPr>
            <a:xfrm>
              <a:off x="1130365" y="412309"/>
              <a:ext cx="9581158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 </a:t>
              </a:r>
              <a:r>
                <a:rPr b="0" i="0" lang="en-US" sz="3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Identidade e tom de voz </a:t>
              </a:r>
              <a:endParaRPr/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3604791" y="2991882"/>
            <a:ext cx="10784783" cy="1403789"/>
            <a:chOff x="0" y="-241102"/>
            <a:chExt cx="14379710" cy="1871720"/>
          </a:xfrm>
        </p:grpSpPr>
        <p:grpSp>
          <p:nvGrpSpPr>
            <p:cNvPr id="179" name="Google Shape;179;p6"/>
            <p:cNvGrpSpPr/>
            <p:nvPr/>
          </p:nvGrpSpPr>
          <p:grpSpPr>
            <a:xfrm>
              <a:off x="0" y="-241102"/>
              <a:ext cx="14379710" cy="1871720"/>
              <a:chOff x="0" y="-47625"/>
              <a:chExt cx="2840437" cy="369722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2840437" cy="322097"/>
              </a:xfrm>
              <a:custGeom>
                <a:rect b="b" l="l" r="r" t="t"/>
                <a:pathLst>
                  <a:path extrusionOk="0" h="322097" w="2840437">
                    <a:moveTo>
                      <a:pt x="20100" y="0"/>
                    </a:moveTo>
                    <a:lnTo>
                      <a:pt x="2820337" y="0"/>
                    </a:lnTo>
                    <a:cubicBezTo>
                      <a:pt x="2825668" y="0"/>
                      <a:pt x="2830780" y="2118"/>
                      <a:pt x="2834550" y="5887"/>
                    </a:cubicBezTo>
                    <a:cubicBezTo>
                      <a:pt x="2838319" y="9657"/>
                      <a:pt x="2840437" y="14769"/>
                      <a:pt x="2840437" y="20100"/>
                    </a:cubicBezTo>
                    <a:lnTo>
                      <a:pt x="2840437" y="301997"/>
                    </a:lnTo>
                    <a:cubicBezTo>
                      <a:pt x="2840437" y="313098"/>
                      <a:pt x="2831438" y="322097"/>
                      <a:pt x="2820337" y="322097"/>
                    </a:cubicBezTo>
                    <a:lnTo>
                      <a:pt x="20100" y="322097"/>
                    </a:lnTo>
                    <a:cubicBezTo>
                      <a:pt x="8999" y="322097"/>
                      <a:pt x="0" y="313098"/>
                      <a:pt x="0" y="301997"/>
                    </a:cubicBezTo>
                    <a:lnTo>
                      <a:pt x="0" y="20100"/>
                    </a:lnTo>
                    <a:cubicBezTo>
                      <a:pt x="0" y="14769"/>
                      <a:pt x="2118" y="9657"/>
                      <a:pt x="5887" y="5887"/>
                    </a:cubicBezTo>
                    <a:cubicBezTo>
                      <a:pt x="9657" y="2118"/>
                      <a:pt x="14769" y="0"/>
                      <a:pt x="20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2840437" cy="369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" name="Google Shape;182;p6"/>
            <p:cNvSpPr txBox="1"/>
            <p:nvPr/>
          </p:nvSpPr>
          <p:spPr>
            <a:xfrm>
              <a:off x="1130365" y="415259"/>
              <a:ext cx="12276138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 </a:t>
              </a:r>
              <a:r>
                <a:rPr b="0" i="0" lang="en-US" sz="3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Comportamento conversacional </a:t>
              </a:r>
              <a:endParaRPr/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3604791" y="4659445"/>
            <a:ext cx="10784783" cy="1403789"/>
            <a:chOff x="0" y="-241102"/>
            <a:chExt cx="14379710" cy="1871720"/>
          </a:xfrm>
        </p:grpSpPr>
        <p:grpSp>
          <p:nvGrpSpPr>
            <p:cNvPr id="184" name="Google Shape;184;p6"/>
            <p:cNvGrpSpPr/>
            <p:nvPr/>
          </p:nvGrpSpPr>
          <p:grpSpPr>
            <a:xfrm>
              <a:off x="0" y="-241102"/>
              <a:ext cx="14379710" cy="1871720"/>
              <a:chOff x="0" y="-47625"/>
              <a:chExt cx="2840437" cy="369722"/>
            </a:xfrm>
          </p:grpSpPr>
          <p:sp>
            <p:nvSpPr>
              <p:cNvPr id="185" name="Google Shape;185;p6"/>
              <p:cNvSpPr/>
              <p:nvPr/>
            </p:nvSpPr>
            <p:spPr>
              <a:xfrm>
                <a:off x="0" y="0"/>
                <a:ext cx="2840437" cy="322097"/>
              </a:xfrm>
              <a:custGeom>
                <a:rect b="b" l="l" r="r" t="t"/>
                <a:pathLst>
                  <a:path extrusionOk="0" h="322097" w="2840437">
                    <a:moveTo>
                      <a:pt x="20100" y="0"/>
                    </a:moveTo>
                    <a:lnTo>
                      <a:pt x="2820337" y="0"/>
                    </a:lnTo>
                    <a:cubicBezTo>
                      <a:pt x="2825668" y="0"/>
                      <a:pt x="2830780" y="2118"/>
                      <a:pt x="2834550" y="5887"/>
                    </a:cubicBezTo>
                    <a:cubicBezTo>
                      <a:pt x="2838319" y="9657"/>
                      <a:pt x="2840437" y="14769"/>
                      <a:pt x="2840437" y="20100"/>
                    </a:cubicBezTo>
                    <a:lnTo>
                      <a:pt x="2840437" y="301997"/>
                    </a:lnTo>
                    <a:cubicBezTo>
                      <a:pt x="2840437" y="313098"/>
                      <a:pt x="2831438" y="322097"/>
                      <a:pt x="2820337" y="322097"/>
                    </a:cubicBezTo>
                    <a:lnTo>
                      <a:pt x="20100" y="322097"/>
                    </a:lnTo>
                    <a:cubicBezTo>
                      <a:pt x="8999" y="322097"/>
                      <a:pt x="0" y="313098"/>
                      <a:pt x="0" y="301997"/>
                    </a:cubicBezTo>
                    <a:lnTo>
                      <a:pt x="0" y="20100"/>
                    </a:lnTo>
                    <a:cubicBezTo>
                      <a:pt x="0" y="14769"/>
                      <a:pt x="2118" y="9657"/>
                      <a:pt x="5887" y="5887"/>
                    </a:cubicBezTo>
                    <a:cubicBezTo>
                      <a:pt x="9657" y="2118"/>
                      <a:pt x="14769" y="0"/>
                      <a:pt x="20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6"/>
              <p:cNvSpPr txBox="1"/>
              <p:nvPr/>
            </p:nvSpPr>
            <p:spPr>
              <a:xfrm>
                <a:off x="0" y="-47625"/>
                <a:ext cx="2840437" cy="369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7" name="Google Shape;187;p6"/>
            <p:cNvSpPr txBox="1"/>
            <p:nvPr/>
          </p:nvSpPr>
          <p:spPr>
            <a:xfrm>
              <a:off x="1130364" y="415259"/>
              <a:ext cx="10217646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 </a:t>
              </a:r>
              <a:r>
                <a:rPr b="0" i="0" lang="en-US" sz="3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Inteligência de conversa</a:t>
              </a:r>
              <a:endParaRPr/>
            </a:p>
          </p:txBody>
        </p:sp>
      </p:grpSp>
      <p:grpSp>
        <p:nvGrpSpPr>
          <p:cNvPr id="188" name="Google Shape;188;p6"/>
          <p:cNvGrpSpPr/>
          <p:nvPr/>
        </p:nvGrpSpPr>
        <p:grpSpPr>
          <a:xfrm>
            <a:off x="3604791" y="6327008"/>
            <a:ext cx="10784783" cy="1403789"/>
            <a:chOff x="0" y="-241102"/>
            <a:chExt cx="14379710" cy="1871720"/>
          </a:xfrm>
        </p:grpSpPr>
        <p:grpSp>
          <p:nvGrpSpPr>
            <p:cNvPr id="189" name="Google Shape;189;p6"/>
            <p:cNvGrpSpPr/>
            <p:nvPr/>
          </p:nvGrpSpPr>
          <p:grpSpPr>
            <a:xfrm>
              <a:off x="0" y="-241102"/>
              <a:ext cx="14379710" cy="1871720"/>
              <a:chOff x="0" y="-47625"/>
              <a:chExt cx="2840437" cy="369722"/>
            </a:xfrm>
          </p:grpSpPr>
          <p:sp>
            <p:nvSpPr>
              <p:cNvPr id="190" name="Google Shape;190;p6"/>
              <p:cNvSpPr/>
              <p:nvPr/>
            </p:nvSpPr>
            <p:spPr>
              <a:xfrm>
                <a:off x="0" y="0"/>
                <a:ext cx="2840437" cy="322097"/>
              </a:xfrm>
              <a:custGeom>
                <a:rect b="b" l="l" r="r" t="t"/>
                <a:pathLst>
                  <a:path extrusionOk="0" h="322097" w="2840437">
                    <a:moveTo>
                      <a:pt x="20100" y="0"/>
                    </a:moveTo>
                    <a:lnTo>
                      <a:pt x="2820337" y="0"/>
                    </a:lnTo>
                    <a:cubicBezTo>
                      <a:pt x="2825668" y="0"/>
                      <a:pt x="2830780" y="2118"/>
                      <a:pt x="2834550" y="5887"/>
                    </a:cubicBezTo>
                    <a:cubicBezTo>
                      <a:pt x="2838319" y="9657"/>
                      <a:pt x="2840437" y="14769"/>
                      <a:pt x="2840437" y="20100"/>
                    </a:cubicBezTo>
                    <a:lnTo>
                      <a:pt x="2840437" y="301997"/>
                    </a:lnTo>
                    <a:cubicBezTo>
                      <a:pt x="2840437" y="313098"/>
                      <a:pt x="2831438" y="322097"/>
                      <a:pt x="2820337" y="322097"/>
                    </a:cubicBezTo>
                    <a:lnTo>
                      <a:pt x="20100" y="322097"/>
                    </a:lnTo>
                    <a:cubicBezTo>
                      <a:pt x="8999" y="322097"/>
                      <a:pt x="0" y="313098"/>
                      <a:pt x="0" y="301997"/>
                    </a:cubicBezTo>
                    <a:lnTo>
                      <a:pt x="0" y="20100"/>
                    </a:lnTo>
                    <a:cubicBezTo>
                      <a:pt x="0" y="14769"/>
                      <a:pt x="2118" y="9657"/>
                      <a:pt x="5887" y="5887"/>
                    </a:cubicBezTo>
                    <a:cubicBezTo>
                      <a:pt x="9657" y="2118"/>
                      <a:pt x="14769" y="0"/>
                      <a:pt x="20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6"/>
              <p:cNvSpPr txBox="1"/>
              <p:nvPr/>
            </p:nvSpPr>
            <p:spPr>
              <a:xfrm>
                <a:off x="0" y="-47625"/>
                <a:ext cx="2840437" cy="369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2" name="Google Shape;192;p6"/>
            <p:cNvSpPr txBox="1"/>
            <p:nvPr/>
          </p:nvSpPr>
          <p:spPr>
            <a:xfrm>
              <a:off x="1130365" y="419100"/>
              <a:ext cx="6764338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  </a:t>
              </a:r>
              <a:r>
                <a:rPr b="0" i="0" lang="en-US" sz="3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Coleta de leads </a:t>
              </a: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604791" y="7994571"/>
            <a:ext cx="10784783" cy="1403789"/>
            <a:chOff x="0" y="-241102"/>
            <a:chExt cx="14379710" cy="1871720"/>
          </a:xfrm>
        </p:grpSpPr>
        <p:grpSp>
          <p:nvGrpSpPr>
            <p:cNvPr id="194" name="Google Shape;194;p6"/>
            <p:cNvGrpSpPr/>
            <p:nvPr/>
          </p:nvGrpSpPr>
          <p:grpSpPr>
            <a:xfrm>
              <a:off x="0" y="-241102"/>
              <a:ext cx="14379710" cy="1871720"/>
              <a:chOff x="0" y="-47625"/>
              <a:chExt cx="2840437" cy="369722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840437" cy="322097"/>
              </a:xfrm>
              <a:custGeom>
                <a:rect b="b" l="l" r="r" t="t"/>
                <a:pathLst>
                  <a:path extrusionOk="0" h="322097" w="2840437">
                    <a:moveTo>
                      <a:pt x="20100" y="0"/>
                    </a:moveTo>
                    <a:lnTo>
                      <a:pt x="2820337" y="0"/>
                    </a:lnTo>
                    <a:cubicBezTo>
                      <a:pt x="2825668" y="0"/>
                      <a:pt x="2830780" y="2118"/>
                      <a:pt x="2834550" y="5887"/>
                    </a:cubicBezTo>
                    <a:cubicBezTo>
                      <a:pt x="2838319" y="9657"/>
                      <a:pt x="2840437" y="14769"/>
                      <a:pt x="2840437" y="20100"/>
                    </a:cubicBezTo>
                    <a:lnTo>
                      <a:pt x="2840437" y="301997"/>
                    </a:lnTo>
                    <a:cubicBezTo>
                      <a:pt x="2840437" y="313098"/>
                      <a:pt x="2831438" y="322097"/>
                      <a:pt x="2820337" y="322097"/>
                    </a:cubicBezTo>
                    <a:lnTo>
                      <a:pt x="20100" y="322097"/>
                    </a:lnTo>
                    <a:cubicBezTo>
                      <a:pt x="8999" y="322097"/>
                      <a:pt x="0" y="313098"/>
                      <a:pt x="0" y="301997"/>
                    </a:cubicBezTo>
                    <a:lnTo>
                      <a:pt x="0" y="20100"/>
                    </a:lnTo>
                    <a:cubicBezTo>
                      <a:pt x="0" y="14769"/>
                      <a:pt x="2118" y="9657"/>
                      <a:pt x="5887" y="5887"/>
                    </a:cubicBezTo>
                    <a:cubicBezTo>
                      <a:pt x="9657" y="2118"/>
                      <a:pt x="14769" y="0"/>
                      <a:pt x="20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840437" cy="369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" name="Google Shape;197;p6"/>
            <p:cNvSpPr txBox="1"/>
            <p:nvPr/>
          </p:nvSpPr>
          <p:spPr>
            <a:xfrm>
              <a:off x="1130365" y="415259"/>
              <a:ext cx="12387064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  </a:t>
              </a:r>
              <a:r>
                <a:rPr b="0" i="0" lang="en-US" sz="3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Regras, fontes e direcionamento </a:t>
              </a:r>
              <a:endParaRPr/>
            </a:p>
          </p:txBody>
        </p:sp>
      </p:grpSp>
      <p:sp>
        <p:nvSpPr>
          <p:cNvPr id="198" name="Google Shape;198;p6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6944423" y="1355839"/>
            <a:ext cx="10576365" cy="7575322"/>
          </a:xfrm>
          <a:custGeom>
            <a:rect b="b" l="l" r="r" t="t"/>
            <a:pathLst>
              <a:path extrusionOk="0" h="7575322" w="10576365">
                <a:moveTo>
                  <a:pt x="0" y="0"/>
                </a:moveTo>
                <a:lnTo>
                  <a:pt x="10576365" y="0"/>
                </a:lnTo>
                <a:lnTo>
                  <a:pt x="10576365" y="7575322"/>
                </a:lnTo>
                <a:lnTo>
                  <a:pt x="0" y="7575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7"/>
          <p:cNvSpPr txBox="1"/>
          <p:nvPr/>
        </p:nvSpPr>
        <p:spPr>
          <a:xfrm>
            <a:off x="577268" y="3571384"/>
            <a:ext cx="5960408" cy="194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Conversa de teste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788619" y="5690726"/>
            <a:ext cx="5537707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Exemplo real de interação que demonstra a capacidade do agente de interagir e perguntar.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6944423" y="1355839"/>
            <a:ext cx="10576365" cy="7575322"/>
          </a:xfrm>
          <a:custGeom>
            <a:rect b="b" l="l" r="r" t="t"/>
            <a:pathLst>
              <a:path extrusionOk="0" h="7575322" w="10576365">
                <a:moveTo>
                  <a:pt x="0" y="0"/>
                </a:moveTo>
                <a:lnTo>
                  <a:pt x="10576365" y="0"/>
                </a:lnTo>
                <a:lnTo>
                  <a:pt x="10576365" y="7575322"/>
                </a:lnTo>
                <a:lnTo>
                  <a:pt x="0" y="7575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49" l="0" r="0" t="-349"/>
            </a:stretch>
          </a:blipFill>
          <a:ln>
            <a:noFill/>
          </a:ln>
        </p:spPr>
      </p:sp>
      <p:sp>
        <p:nvSpPr>
          <p:cNvPr id="212" name="Google Shape;212;p8"/>
          <p:cNvSpPr txBox="1"/>
          <p:nvPr/>
        </p:nvSpPr>
        <p:spPr>
          <a:xfrm>
            <a:off x="595392" y="3152284"/>
            <a:ext cx="5960408" cy="194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8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Conversa de teste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806743" y="5271626"/>
            <a:ext cx="5537707" cy="208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Nesse exemplo, o agente demonstra conhecimento sobre a empresa NEOOH e capacidade de engajar o cliente solicitando informações específicas.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6669005" y="1637146"/>
            <a:ext cx="11302356" cy="7275891"/>
          </a:xfrm>
          <a:custGeom>
            <a:rect b="b" l="l" r="r" t="t"/>
            <a:pathLst>
              <a:path extrusionOk="0" h="7275891" w="11302356">
                <a:moveTo>
                  <a:pt x="0" y="0"/>
                </a:moveTo>
                <a:lnTo>
                  <a:pt x="11302355" y="0"/>
                </a:lnTo>
                <a:lnTo>
                  <a:pt x="11302355" y="7275891"/>
                </a:lnTo>
                <a:lnTo>
                  <a:pt x="0" y="7275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9"/>
          <p:cNvSpPr txBox="1"/>
          <p:nvPr/>
        </p:nvSpPr>
        <p:spPr>
          <a:xfrm>
            <a:off x="504773" y="3571384"/>
            <a:ext cx="5960408" cy="194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Conversa de teste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716124" y="5690726"/>
            <a:ext cx="5537707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Nesse exemplo, o agente solicita os dados do usuário, para realizar a coleta do lead.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/>
        </p:nvSpPr>
        <p:spPr>
          <a:xfrm>
            <a:off x="7303423" y="342900"/>
            <a:ext cx="3681154" cy="90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48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Interface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/>
          </a:p>
        </p:txBody>
      </p:sp>
      <p:pic>
        <p:nvPicPr>
          <p:cNvPr id="229" name="Google Shape;229;p10" title="Video_sit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521" y="1319744"/>
            <a:ext cx="15524947" cy="8732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/>
        </p:nvSpPr>
        <p:spPr>
          <a:xfrm>
            <a:off x="4639396" y="419100"/>
            <a:ext cx="9009208" cy="90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4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Demonstração prática</a:t>
            </a:r>
            <a:endParaRPr b="1" i="0" sz="5948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/>
          </a:p>
        </p:txBody>
      </p:sp>
      <p:pic>
        <p:nvPicPr>
          <p:cNvPr id="236" name="Google Shape;236;p11" title="Conversa_com_o_NIX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263" y="1409617"/>
            <a:ext cx="15389482" cy="865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/>
        </p:nvSpPr>
        <p:spPr>
          <a:xfrm>
            <a:off x="2265575" y="4004833"/>
            <a:ext cx="9570475" cy="1813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48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Escaneie o QR Code e acesse o nosso agente!</a:t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3791058" y="6043292"/>
            <a:ext cx="6519509" cy="238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43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ou acesse:</a:t>
            </a:r>
            <a:r>
              <a:rPr b="1" i="0" lang="en-US" sz="1543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543" u="sng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https://neooh-app-468442148173.us-central1.run.app/</a:t>
            </a:r>
            <a:endParaRPr/>
          </a:p>
        </p:txBody>
      </p:sp>
      <p:pic>
        <p:nvPicPr>
          <p:cNvPr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931" y="2881231"/>
            <a:ext cx="4524539" cy="452453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13"/>
          <p:cNvGrpSpPr/>
          <p:nvPr/>
        </p:nvGrpSpPr>
        <p:grpSpPr>
          <a:xfrm>
            <a:off x="4989909" y="2934542"/>
            <a:ext cx="8308181" cy="2789199"/>
            <a:chOff x="0" y="-47625"/>
            <a:chExt cx="2188163" cy="734604"/>
          </a:xfrm>
        </p:grpSpPr>
        <p:sp>
          <p:nvSpPr>
            <p:cNvPr id="250" name="Google Shape;250;p13"/>
            <p:cNvSpPr/>
            <p:nvPr/>
          </p:nvSpPr>
          <p:spPr>
            <a:xfrm>
              <a:off x="0" y="0"/>
              <a:ext cx="2188163" cy="686979"/>
            </a:xfrm>
            <a:custGeom>
              <a:rect b="b" l="l" r="r" t="t"/>
              <a:pathLst>
                <a:path extrusionOk="0" h="686979" w="2188163">
                  <a:moveTo>
                    <a:pt x="34478" y="0"/>
                  </a:moveTo>
                  <a:lnTo>
                    <a:pt x="2153685" y="0"/>
                  </a:lnTo>
                  <a:cubicBezTo>
                    <a:pt x="2162829" y="0"/>
                    <a:pt x="2171599" y="3633"/>
                    <a:pt x="2178065" y="10098"/>
                  </a:cubicBezTo>
                  <a:cubicBezTo>
                    <a:pt x="2184530" y="16564"/>
                    <a:pt x="2188163" y="25334"/>
                    <a:pt x="2188163" y="34478"/>
                  </a:cubicBezTo>
                  <a:lnTo>
                    <a:pt x="2188163" y="652501"/>
                  </a:lnTo>
                  <a:cubicBezTo>
                    <a:pt x="2188163" y="671542"/>
                    <a:pt x="2172726" y="686979"/>
                    <a:pt x="2153685" y="686979"/>
                  </a:cubicBezTo>
                  <a:lnTo>
                    <a:pt x="34478" y="686979"/>
                  </a:lnTo>
                  <a:cubicBezTo>
                    <a:pt x="25334" y="686979"/>
                    <a:pt x="16564" y="683346"/>
                    <a:pt x="10098" y="676880"/>
                  </a:cubicBezTo>
                  <a:cubicBezTo>
                    <a:pt x="3633" y="670414"/>
                    <a:pt x="0" y="661645"/>
                    <a:pt x="0" y="652501"/>
                  </a:cubicBezTo>
                  <a:lnTo>
                    <a:pt x="0" y="34478"/>
                  </a:lnTo>
                  <a:cubicBezTo>
                    <a:pt x="0" y="15436"/>
                    <a:pt x="15436" y="0"/>
                    <a:pt x="34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0" y="-47625"/>
              <a:ext cx="2188163" cy="734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3"/>
          <p:cNvGrpSpPr/>
          <p:nvPr/>
        </p:nvGrpSpPr>
        <p:grpSpPr>
          <a:xfrm>
            <a:off x="4989909" y="6101535"/>
            <a:ext cx="8308181" cy="2789199"/>
            <a:chOff x="0" y="-47625"/>
            <a:chExt cx="2188163" cy="734604"/>
          </a:xfrm>
        </p:grpSpPr>
        <p:sp>
          <p:nvSpPr>
            <p:cNvPr id="253" name="Google Shape;253;p13"/>
            <p:cNvSpPr/>
            <p:nvPr/>
          </p:nvSpPr>
          <p:spPr>
            <a:xfrm>
              <a:off x="0" y="0"/>
              <a:ext cx="2188163" cy="686979"/>
            </a:xfrm>
            <a:custGeom>
              <a:rect b="b" l="l" r="r" t="t"/>
              <a:pathLst>
                <a:path extrusionOk="0" h="686979" w="2188163">
                  <a:moveTo>
                    <a:pt x="34478" y="0"/>
                  </a:moveTo>
                  <a:lnTo>
                    <a:pt x="2153685" y="0"/>
                  </a:lnTo>
                  <a:cubicBezTo>
                    <a:pt x="2162829" y="0"/>
                    <a:pt x="2171599" y="3633"/>
                    <a:pt x="2178065" y="10098"/>
                  </a:cubicBezTo>
                  <a:cubicBezTo>
                    <a:pt x="2184530" y="16564"/>
                    <a:pt x="2188163" y="25334"/>
                    <a:pt x="2188163" y="34478"/>
                  </a:cubicBezTo>
                  <a:lnTo>
                    <a:pt x="2188163" y="652501"/>
                  </a:lnTo>
                  <a:cubicBezTo>
                    <a:pt x="2188163" y="671542"/>
                    <a:pt x="2172726" y="686979"/>
                    <a:pt x="2153685" y="686979"/>
                  </a:cubicBezTo>
                  <a:lnTo>
                    <a:pt x="34478" y="686979"/>
                  </a:lnTo>
                  <a:cubicBezTo>
                    <a:pt x="25334" y="686979"/>
                    <a:pt x="16564" y="683346"/>
                    <a:pt x="10098" y="676880"/>
                  </a:cubicBezTo>
                  <a:cubicBezTo>
                    <a:pt x="3633" y="670414"/>
                    <a:pt x="0" y="661645"/>
                    <a:pt x="0" y="652501"/>
                  </a:cubicBezTo>
                  <a:lnTo>
                    <a:pt x="0" y="34478"/>
                  </a:lnTo>
                  <a:cubicBezTo>
                    <a:pt x="0" y="15436"/>
                    <a:pt x="15436" y="0"/>
                    <a:pt x="34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 txBox="1"/>
            <p:nvPr/>
          </p:nvSpPr>
          <p:spPr>
            <a:xfrm>
              <a:off x="0" y="-47625"/>
              <a:ext cx="2188163" cy="734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3"/>
          <p:cNvGrpSpPr/>
          <p:nvPr/>
        </p:nvGrpSpPr>
        <p:grpSpPr>
          <a:xfrm>
            <a:off x="5446429" y="3409437"/>
            <a:ext cx="4107612" cy="548622"/>
            <a:chOff x="0" y="-57150"/>
            <a:chExt cx="5476815" cy="731497"/>
          </a:xfrm>
        </p:grpSpPr>
        <p:sp>
          <p:nvSpPr>
            <p:cNvPr id="256" name="Google Shape;256;p13"/>
            <p:cNvSpPr/>
            <p:nvPr/>
          </p:nvSpPr>
          <p:spPr>
            <a:xfrm>
              <a:off x="0" y="64532"/>
              <a:ext cx="545284" cy="545284"/>
            </a:xfrm>
            <a:custGeom>
              <a:rect b="b" l="l" r="r" t="t"/>
              <a:pathLst>
                <a:path extrusionOk="0" h="545284" w="545284">
                  <a:moveTo>
                    <a:pt x="0" y="0"/>
                  </a:moveTo>
                  <a:lnTo>
                    <a:pt x="545284" y="0"/>
                  </a:lnTo>
                  <a:lnTo>
                    <a:pt x="545284" y="545283"/>
                  </a:lnTo>
                  <a:lnTo>
                    <a:pt x="0" y="5452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7" name="Google Shape;257;p13"/>
            <p:cNvSpPr txBox="1"/>
            <p:nvPr/>
          </p:nvSpPr>
          <p:spPr>
            <a:xfrm>
              <a:off x="545284" y="-57150"/>
              <a:ext cx="4931531" cy="7314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38" u="none" cap="none" strike="noStrike">
                  <a:solidFill>
                    <a:srgbClr val="4A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Pontos positivos</a:t>
              </a:r>
              <a:endParaRPr/>
            </a:p>
          </p:txBody>
        </p:sp>
      </p:grpSp>
      <p:sp>
        <p:nvSpPr>
          <p:cNvPr id="258" name="Google Shape;258;p13"/>
          <p:cNvSpPr txBox="1"/>
          <p:nvPr/>
        </p:nvSpPr>
        <p:spPr>
          <a:xfrm>
            <a:off x="5446429" y="4129509"/>
            <a:ext cx="5178099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4A1A6B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Clareza na comunicação</a:t>
            </a:r>
            <a:endParaRPr/>
          </a:p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4A1A6B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Boa transição entre etapas</a:t>
            </a:r>
            <a:endParaRPr/>
          </a:p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4A1A6B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Direcionamento assertivo</a:t>
            </a:r>
            <a:endParaRPr/>
          </a:p>
        </p:txBody>
      </p:sp>
      <p:grpSp>
        <p:nvGrpSpPr>
          <p:cNvPr id="259" name="Google Shape;259;p13"/>
          <p:cNvGrpSpPr/>
          <p:nvPr/>
        </p:nvGrpSpPr>
        <p:grpSpPr>
          <a:xfrm>
            <a:off x="5446429" y="6560525"/>
            <a:ext cx="4678272" cy="513900"/>
            <a:chOff x="0" y="-57160"/>
            <a:chExt cx="6237696" cy="685200"/>
          </a:xfrm>
        </p:grpSpPr>
        <p:sp>
          <p:nvSpPr>
            <p:cNvPr id="260" name="Google Shape;260;p13"/>
            <p:cNvSpPr txBox="1"/>
            <p:nvPr/>
          </p:nvSpPr>
          <p:spPr>
            <a:xfrm>
              <a:off x="552096" y="-57160"/>
              <a:ext cx="5685600" cy="6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38" u="none" cap="none" strike="noStrike">
                  <a:solidFill>
                    <a:srgbClr val="D946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Pontos </a:t>
              </a:r>
              <a:r>
                <a:rPr b="1" i="0" lang="en-US" sz="3338" u="none" cap="none" strike="noStrike">
                  <a:solidFill>
                    <a:srgbClr val="D946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negativos</a:t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0" y="61133"/>
              <a:ext cx="552080" cy="552080"/>
            </a:xfrm>
            <a:custGeom>
              <a:rect b="b" l="l" r="r" t="t"/>
              <a:pathLst>
                <a:path extrusionOk="0" h="552080" w="552080">
                  <a:moveTo>
                    <a:pt x="0" y="0"/>
                  </a:moveTo>
                  <a:lnTo>
                    <a:pt x="552080" y="0"/>
                  </a:lnTo>
                  <a:lnTo>
                    <a:pt x="552080" y="552081"/>
                  </a:lnTo>
                  <a:lnTo>
                    <a:pt x="0" y="5520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62" name="Google Shape;262;p13"/>
          <p:cNvSpPr txBox="1"/>
          <p:nvPr/>
        </p:nvSpPr>
        <p:spPr>
          <a:xfrm>
            <a:off x="3638889" y="1396266"/>
            <a:ext cx="11010220" cy="1160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1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Análise de resultados</a:t>
            </a:r>
            <a:endParaRPr b="1" i="0" sz="7614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446429" y="7280605"/>
            <a:ext cx="73950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D946A6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Excesso de perguntas sequenciais</a:t>
            </a:r>
            <a:endParaRPr/>
          </a:p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D946A6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Respostas um pouco longas</a:t>
            </a:r>
            <a:endParaRPr/>
          </a:p>
          <a:p>
            <a:pPr indent="-289844" lvl="1" marL="579688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D946A6"/>
              </a:buClr>
              <a:buSzPts val="2684"/>
              <a:buFont typeface="Arial"/>
              <a:buChar char="•"/>
            </a:pPr>
            <a:r>
              <a:rPr b="0" i="0" lang="en-US" sz="2684" u="none" cap="none" strike="noStrike">
                <a:solidFill>
                  <a:srgbClr val="D946A6"/>
                </a:solidFill>
                <a:latin typeface="Arial"/>
                <a:ea typeface="Arial"/>
                <a:cs typeface="Arial"/>
                <a:sym typeface="Arial"/>
              </a:rPr>
              <a:t>Ausência de diferenciação competitiva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4"/>
          <p:cNvGrpSpPr/>
          <p:nvPr/>
        </p:nvGrpSpPr>
        <p:grpSpPr>
          <a:xfrm>
            <a:off x="5435161" y="1399737"/>
            <a:ext cx="7417677" cy="3943124"/>
            <a:chOff x="0" y="-47625"/>
            <a:chExt cx="1953627" cy="1038518"/>
          </a:xfrm>
        </p:grpSpPr>
        <p:sp>
          <p:nvSpPr>
            <p:cNvPr id="270" name="Google Shape;270;p14"/>
            <p:cNvSpPr/>
            <p:nvPr/>
          </p:nvSpPr>
          <p:spPr>
            <a:xfrm>
              <a:off x="0" y="0"/>
              <a:ext cx="1953627" cy="990893"/>
            </a:xfrm>
            <a:custGeom>
              <a:rect b="b" l="l" r="r" t="t"/>
              <a:pathLst>
                <a:path extrusionOk="0" h="990893" w="1953627">
                  <a:moveTo>
                    <a:pt x="41748" y="0"/>
                  </a:moveTo>
                  <a:lnTo>
                    <a:pt x="1911878" y="0"/>
                  </a:lnTo>
                  <a:cubicBezTo>
                    <a:pt x="1922951" y="0"/>
                    <a:pt x="1933570" y="4398"/>
                    <a:pt x="1941399" y="12228"/>
                  </a:cubicBezTo>
                  <a:cubicBezTo>
                    <a:pt x="1949228" y="20057"/>
                    <a:pt x="1953627" y="30676"/>
                    <a:pt x="1953627" y="41748"/>
                  </a:cubicBezTo>
                  <a:lnTo>
                    <a:pt x="1953627" y="949145"/>
                  </a:lnTo>
                  <a:cubicBezTo>
                    <a:pt x="1953627" y="960217"/>
                    <a:pt x="1949228" y="970836"/>
                    <a:pt x="1941399" y="978666"/>
                  </a:cubicBezTo>
                  <a:cubicBezTo>
                    <a:pt x="1933570" y="986495"/>
                    <a:pt x="1922951" y="990893"/>
                    <a:pt x="1911878" y="990893"/>
                  </a:cubicBezTo>
                  <a:lnTo>
                    <a:pt x="41748" y="990893"/>
                  </a:lnTo>
                  <a:cubicBezTo>
                    <a:pt x="18691" y="990893"/>
                    <a:pt x="0" y="972202"/>
                    <a:pt x="0" y="949145"/>
                  </a:cubicBezTo>
                  <a:lnTo>
                    <a:pt x="0" y="41748"/>
                  </a:lnTo>
                  <a:cubicBezTo>
                    <a:pt x="0" y="30676"/>
                    <a:pt x="4398" y="20057"/>
                    <a:pt x="12228" y="12228"/>
                  </a:cubicBezTo>
                  <a:cubicBezTo>
                    <a:pt x="20057" y="4398"/>
                    <a:pt x="30676" y="0"/>
                    <a:pt x="41748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 txBox="1"/>
            <p:nvPr/>
          </p:nvSpPr>
          <p:spPr>
            <a:xfrm>
              <a:off x="0" y="-47625"/>
              <a:ext cx="1953627" cy="1038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4"/>
          <p:cNvGrpSpPr/>
          <p:nvPr/>
        </p:nvGrpSpPr>
        <p:grpSpPr>
          <a:xfrm>
            <a:off x="5435161" y="5514537"/>
            <a:ext cx="7417677" cy="3943124"/>
            <a:chOff x="0" y="-47625"/>
            <a:chExt cx="1953627" cy="1038518"/>
          </a:xfrm>
        </p:grpSpPr>
        <p:sp>
          <p:nvSpPr>
            <p:cNvPr id="273" name="Google Shape;273;p14"/>
            <p:cNvSpPr/>
            <p:nvPr/>
          </p:nvSpPr>
          <p:spPr>
            <a:xfrm>
              <a:off x="0" y="0"/>
              <a:ext cx="1953627" cy="990893"/>
            </a:xfrm>
            <a:custGeom>
              <a:rect b="b" l="l" r="r" t="t"/>
              <a:pathLst>
                <a:path extrusionOk="0" h="990893" w="1953627">
                  <a:moveTo>
                    <a:pt x="41748" y="0"/>
                  </a:moveTo>
                  <a:lnTo>
                    <a:pt x="1911878" y="0"/>
                  </a:lnTo>
                  <a:cubicBezTo>
                    <a:pt x="1922951" y="0"/>
                    <a:pt x="1933570" y="4398"/>
                    <a:pt x="1941399" y="12228"/>
                  </a:cubicBezTo>
                  <a:cubicBezTo>
                    <a:pt x="1949228" y="20057"/>
                    <a:pt x="1953627" y="30676"/>
                    <a:pt x="1953627" y="41748"/>
                  </a:cubicBezTo>
                  <a:lnTo>
                    <a:pt x="1953627" y="949145"/>
                  </a:lnTo>
                  <a:cubicBezTo>
                    <a:pt x="1953627" y="960217"/>
                    <a:pt x="1949228" y="970836"/>
                    <a:pt x="1941399" y="978666"/>
                  </a:cubicBezTo>
                  <a:cubicBezTo>
                    <a:pt x="1933570" y="986495"/>
                    <a:pt x="1922951" y="990893"/>
                    <a:pt x="1911878" y="990893"/>
                  </a:cubicBezTo>
                  <a:lnTo>
                    <a:pt x="41748" y="990893"/>
                  </a:lnTo>
                  <a:cubicBezTo>
                    <a:pt x="18691" y="990893"/>
                    <a:pt x="0" y="972202"/>
                    <a:pt x="0" y="949145"/>
                  </a:cubicBezTo>
                  <a:lnTo>
                    <a:pt x="0" y="41748"/>
                  </a:lnTo>
                  <a:cubicBezTo>
                    <a:pt x="0" y="30676"/>
                    <a:pt x="4398" y="20057"/>
                    <a:pt x="12228" y="12228"/>
                  </a:cubicBezTo>
                  <a:cubicBezTo>
                    <a:pt x="20057" y="4398"/>
                    <a:pt x="30676" y="0"/>
                    <a:pt x="41748" y="0"/>
                  </a:cubicBezTo>
                  <a:close/>
                </a:path>
              </a:pathLst>
            </a:custGeom>
            <a:gradFill>
              <a:gsLst>
                <a:gs pos="0">
                  <a:srgbClr val="4A1A6B"/>
                </a:gs>
                <a:gs pos="100000">
                  <a:srgbClr val="D946A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 txBox="1"/>
            <p:nvPr/>
          </p:nvSpPr>
          <p:spPr>
            <a:xfrm>
              <a:off x="0" y="-47625"/>
              <a:ext cx="1953627" cy="1038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4"/>
          <p:cNvGrpSpPr/>
          <p:nvPr/>
        </p:nvGrpSpPr>
        <p:grpSpPr>
          <a:xfrm>
            <a:off x="7286394" y="1889264"/>
            <a:ext cx="3715210" cy="530622"/>
            <a:chOff x="0" y="-23347"/>
            <a:chExt cx="4624027" cy="707496"/>
          </a:xfrm>
        </p:grpSpPr>
        <p:sp>
          <p:nvSpPr>
            <p:cNvPr id="276" name="Google Shape;276;p14"/>
            <p:cNvSpPr txBox="1"/>
            <p:nvPr/>
          </p:nvSpPr>
          <p:spPr>
            <a:xfrm>
              <a:off x="786046" y="-23347"/>
              <a:ext cx="3837981" cy="707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3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Aprendizados</a:t>
              </a:r>
              <a:endParaRPr b="1" i="0" sz="32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0" y="0"/>
              <a:ext cx="684149" cy="684149"/>
            </a:xfrm>
            <a:custGeom>
              <a:rect b="b" l="l" r="r" t="t"/>
              <a:pathLst>
                <a:path extrusionOk="0" h="684149" w="684149">
                  <a:moveTo>
                    <a:pt x="0" y="0"/>
                  </a:moveTo>
                  <a:lnTo>
                    <a:pt x="684149" y="0"/>
                  </a:lnTo>
                  <a:lnTo>
                    <a:pt x="684149" y="684149"/>
                  </a:lnTo>
                  <a:lnTo>
                    <a:pt x="0" y="6841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8" name="Google Shape;278;p14"/>
          <p:cNvSpPr txBox="1"/>
          <p:nvPr/>
        </p:nvSpPr>
        <p:spPr>
          <a:xfrm>
            <a:off x="6305102" y="6862436"/>
            <a:ext cx="5677797" cy="208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Integração com CRM </a:t>
            </a:r>
            <a:endParaRPr/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Personalização das respostas </a:t>
            </a:r>
            <a:endParaRPr/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Ampliação do data store </a:t>
            </a:r>
            <a:endParaRPr/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Otimização contínua dos prompts</a:t>
            </a:r>
            <a:endParaRPr/>
          </a:p>
          <a:p>
            <a:pPr indent="-259079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Expansão para novos canais </a:t>
            </a:r>
            <a:endParaRPr/>
          </a:p>
        </p:txBody>
      </p:sp>
      <p:grpSp>
        <p:nvGrpSpPr>
          <p:cNvPr id="279" name="Google Shape;279;p14"/>
          <p:cNvGrpSpPr/>
          <p:nvPr/>
        </p:nvGrpSpPr>
        <p:grpSpPr>
          <a:xfrm>
            <a:off x="6985016" y="6007894"/>
            <a:ext cx="4317968" cy="530622"/>
            <a:chOff x="0" y="-66675"/>
            <a:chExt cx="5418581" cy="707496"/>
          </a:xfrm>
        </p:grpSpPr>
        <p:sp>
          <p:nvSpPr>
            <p:cNvPr id="280" name="Google Shape;280;p14"/>
            <p:cNvSpPr/>
            <p:nvPr/>
          </p:nvSpPr>
          <p:spPr>
            <a:xfrm>
              <a:off x="0" y="18201"/>
              <a:ext cx="604420" cy="604420"/>
            </a:xfrm>
            <a:custGeom>
              <a:rect b="b" l="l" r="r" t="t"/>
              <a:pathLst>
                <a:path extrusionOk="0" h="604420" w="604420">
                  <a:moveTo>
                    <a:pt x="0" y="0"/>
                  </a:moveTo>
                  <a:lnTo>
                    <a:pt x="604420" y="0"/>
                  </a:lnTo>
                  <a:lnTo>
                    <a:pt x="604420" y="604420"/>
                  </a:lnTo>
                  <a:lnTo>
                    <a:pt x="0" y="6044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1" name="Google Shape;281;p14"/>
            <p:cNvSpPr txBox="1"/>
            <p:nvPr/>
          </p:nvSpPr>
          <p:spPr>
            <a:xfrm>
              <a:off x="692990" y="-66675"/>
              <a:ext cx="4725591" cy="707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3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Melhorias futuras</a:t>
              </a:r>
              <a:endParaRPr b="1" i="0" sz="320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82" name="Google Shape;282;p14"/>
          <p:cNvSpPr txBox="1"/>
          <p:nvPr/>
        </p:nvSpPr>
        <p:spPr>
          <a:xfrm>
            <a:off x="6294614" y="2738111"/>
            <a:ext cx="5698772" cy="1930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6831" lvl="1" marL="593662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49"/>
              <a:buFont typeface="Arial"/>
              <a:buChar char="•"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Qualidade dos dados</a:t>
            </a:r>
            <a:endParaRPr/>
          </a:p>
          <a:p>
            <a:pPr indent="-296831" lvl="1" marL="593662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49"/>
              <a:buFont typeface="Arial"/>
              <a:buChar char="•"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Direcionamento inteligente </a:t>
            </a:r>
            <a:endParaRPr/>
          </a:p>
          <a:p>
            <a:pPr indent="-296831" lvl="1" marL="593662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49"/>
              <a:buFont typeface="Arial"/>
              <a:buChar char="•"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Evolução contínua </a:t>
            </a:r>
            <a:endParaRPr/>
          </a:p>
          <a:p>
            <a:pPr indent="-296831" lvl="1" marL="593662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49"/>
              <a:buFont typeface="Arial"/>
              <a:buChar char="•"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Integração estratégica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7628325" y="291275"/>
            <a:ext cx="337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A1A6B"/>
            </a:gs>
            <a:gs pos="100000">
              <a:srgbClr val="D946A6"/>
            </a:gs>
          </a:gsLst>
          <a:lin ang="2700000" scaled="0"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5"/>
          <p:cNvGrpSpPr/>
          <p:nvPr/>
        </p:nvGrpSpPr>
        <p:grpSpPr>
          <a:xfrm>
            <a:off x="391494" y="1982529"/>
            <a:ext cx="17505016" cy="5120478"/>
            <a:chOff x="0" y="-47625"/>
            <a:chExt cx="4610374" cy="1348603"/>
          </a:xfrm>
        </p:grpSpPr>
        <p:sp>
          <p:nvSpPr>
            <p:cNvPr id="290" name="Google Shape;290;p15"/>
            <p:cNvSpPr/>
            <p:nvPr/>
          </p:nvSpPr>
          <p:spPr>
            <a:xfrm>
              <a:off x="0" y="0"/>
              <a:ext cx="4610374" cy="1300978"/>
            </a:xfrm>
            <a:custGeom>
              <a:rect b="b" l="l" r="r" t="t"/>
              <a:pathLst>
                <a:path extrusionOk="0" h="1300978" w="4610374">
                  <a:moveTo>
                    <a:pt x="21229" y="0"/>
                  </a:moveTo>
                  <a:lnTo>
                    <a:pt x="4589145" y="0"/>
                  </a:lnTo>
                  <a:cubicBezTo>
                    <a:pt x="4594775" y="0"/>
                    <a:pt x="4600175" y="2237"/>
                    <a:pt x="4604156" y="6218"/>
                  </a:cubicBezTo>
                  <a:cubicBezTo>
                    <a:pt x="4608137" y="10199"/>
                    <a:pt x="4610374" y="15599"/>
                    <a:pt x="4610374" y="21229"/>
                  </a:cubicBezTo>
                  <a:lnTo>
                    <a:pt x="4610374" y="1279749"/>
                  </a:lnTo>
                  <a:cubicBezTo>
                    <a:pt x="4610374" y="1285380"/>
                    <a:pt x="4608137" y="1290779"/>
                    <a:pt x="4604156" y="1294761"/>
                  </a:cubicBezTo>
                  <a:cubicBezTo>
                    <a:pt x="4600175" y="1298742"/>
                    <a:pt x="4594775" y="1300978"/>
                    <a:pt x="4589145" y="1300978"/>
                  </a:cubicBezTo>
                  <a:lnTo>
                    <a:pt x="21229" y="1300978"/>
                  </a:lnTo>
                  <a:cubicBezTo>
                    <a:pt x="15599" y="1300978"/>
                    <a:pt x="10199" y="1298742"/>
                    <a:pt x="6218" y="1294761"/>
                  </a:cubicBezTo>
                  <a:cubicBezTo>
                    <a:pt x="2237" y="1290779"/>
                    <a:pt x="0" y="1285380"/>
                    <a:pt x="0" y="1279749"/>
                  </a:cubicBezTo>
                  <a:lnTo>
                    <a:pt x="0" y="21229"/>
                  </a:lnTo>
                  <a:cubicBezTo>
                    <a:pt x="0" y="15599"/>
                    <a:pt x="2237" y="10199"/>
                    <a:pt x="6218" y="6218"/>
                  </a:cubicBezTo>
                  <a:cubicBezTo>
                    <a:pt x="10199" y="2237"/>
                    <a:pt x="15599" y="0"/>
                    <a:pt x="21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 txBox="1"/>
            <p:nvPr/>
          </p:nvSpPr>
          <p:spPr>
            <a:xfrm>
              <a:off x="0" y="-47625"/>
              <a:ext cx="4610373" cy="1348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5"/>
          <p:cNvSpPr/>
          <p:nvPr/>
        </p:nvSpPr>
        <p:spPr>
          <a:xfrm>
            <a:off x="1028700" y="2708597"/>
            <a:ext cx="3307218" cy="3307218"/>
          </a:xfrm>
          <a:custGeom>
            <a:rect b="b" l="l" r="r" t="t"/>
            <a:pathLst>
              <a:path extrusionOk="0" h="3307218" w="3307218">
                <a:moveTo>
                  <a:pt x="0" y="0"/>
                </a:moveTo>
                <a:lnTo>
                  <a:pt x="3307218" y="0"/>
                </a:lnTo>
                <a:lnTo>
                  <a:pt x="3307218" y="3307218"/>
                </a:lnTo>
                <a:lnTo>
                  <a:pt x="0" y="3307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15"/>
          <p:cNvGrpSpPr/>
          <p:nvPr/>
        </p:nvGrpSpPr>
        <p:grpSpPr>
          <a:xfrm>
            <a:off x="4540434" y="7262997"/>
            <a:ext cx="9207133" cy="1995303"/>
            <a:chOff x="0" y="-47625"/>
            <a:chExt cx="2424924" cy="525512"/>
          </a:xfrm>
        </p:grpSpPr>
        <p:sp>
          <p:nvSpPr>
            <p:cNvPr id="294" name="Google Shape;294;p15"/>
            <p:cNvSpPr/>
            <p:nvPr/>
          </p:nvSpPr>
          <p:spPr>
            <a:xfrm>
              <a:off x="0" y="0"/>
              <a:ext cx="2424924" cy="477887"/>
            </a:xfrm>
            <a:custGeom>
              <a:rect b="b" l="l" r="r" t="t"/>
              <a:pathLst>
                <a:path extrusionOk="0" h="477887" w="2424924">
                  <a:moveTo>
                    <a:pt x="40361" y="0"/>
                  </a:moveTo>
                  <a:lnTo>
                    <a:pt x="2384563" y="0"/>
                  </a:lnTo>
                  <a:cubicBezTo>
                    <a:pt x="2406853" y="0"/>
                    <a:pt x="2424924" y="18070"/>
                    <a:pt x="2424924" y="40361"/>
                  </a:cubicBezTo>
                  <a:lnTo>
                    <a:pt x="2424924" y="437526"/>
                  </a:lnTo>
                  <a:cubicBezTo>
                    <a:pt x="2424924" y="459817"/>
                    <a:pt x="2406853" y="477887"/>
                    <a:pt x="2384563" y="477887"/>
                  </a:cubicBezTo>
                  <a:lnTo>
                    <a:pt x="40361" y="477887"/>
                  </a:lnTo>
                  <a:cubicBezTo>
                    <a:pt x="18070" y="477887"/>
                    <a:pt x="0" y="459817"/>
                    <a:pt x="0" y="437526"/>
                  </a:cubicBezTo>
                  <a:lnTo>
                    <a:pt x="0" y="40361"/>
                  </a:lnTo>
                  <a:cubicBezTo>
                    <a:pt x="0" y="18070"/>
                    <a:pt x="18070" y="0"/>
                    <a:pt x="40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 txBox="1"/>
            <p:nvPr/>
          </p:nvSpPr>
          <p:spPr>
            <a:xfrm>
              <a:off x="0" y="-47625"/>
              <a:ext cx="2424924" cy="525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5"/>
          <p:cNvSpPr/>
          <p:nvPr/>
        </p:nvSpPr>
        <p:spPr>
          <a:xfrm>
            <a:off x="5181771" y="3518199"/>
            <a:ext cx="3280975" cy="1775059"/>
          </a:xfrm>
          <a:custGeom>
            <a:rect b="b" l="l" r="r" t="t"/>
            <a:pathLst>
              <a:path extrusionOk="0" h="1775059" w="3280975">
                <a:moveTo>
                  <a:pt x="0" y="0"/>
                </a:moveTo>
                <a:lnTo>
                  <a:pt x="3280975" y="0"/>
                </a:lnTo>
                <a:lnTo>
                  <a:pt x="3280975" y="1775059"/>
                </a:lnTo>
                <a:lnTo>
                  <a:pt x="0" y="1775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5"/>
          <p:cNvSpPr/>
          <p:nvPr/>
        </p:nvSpPr>
        <p:spPr>
          <a:xfrm>
            <a:off x="9308598" y="3780532"/>
            <a:ext cx="3959098" cy="1362968"/>
          </a:xfrm>
          <a:custGeom>
            <a:rect b="b" l="l" r="r" t="t"/>
            <a:pathLst>
              <a:path extrusionOk="0" h="1362968" w="3959098">
                <a:moveTo>
                  <a:pt x="0" y="0"/>
                </a:moveTo>
                <a:lnTo>
                  <a:pt x="3959098" y="0"/>
                </a:lnTo>
                <a:lnTo>
                  <a:pt x="3959098" y="1362968"/>
                </a:lnTo>
                <a:lnTo>
                  <a:pt x="0" y="136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5"/>
          <p:cNvSpPr/>
          <p:nvPr/>
        </p:nvSpPr>
        <p:spPr>
          <a:xfrm>
            <a:off x="14113549" y="3630774"/>
            <a:ext cx="3471659" cy="1662485"/>
          </a:xfrm>
          <a:custGeom>
            <a:rect b="b" l="l" r="r" t="t"/>
            <a:pathLst>
              <a:path extrusionOk="0" h="1662485" w="3471659">
                <a:moveTo>
                  <a:pt x="0" y="0"/>
                </a:moveTo>
                <a:lnTo>
                  <a:pt x="3471659" y="0"/>
                </a:lnTo>
                <a:lnTo>
                  <a:pt x="3471659" y="1662484"/>
                </a:lnTo>
                <a:lnTo>
                  <a:pt x="0" y="1662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15"/>
          <p:cNvSpPr/>
          <p:nvPr/>
        </p:nvSpPr>
        <p:spPr>
          <a:xfrm rot="-1412484">
            <a:off x="3895390" y="7101802"/>
            <a:ext cx="2175092" cy="850263"/>
          </a:xfrm>
          <a:custGeom>
            <a:rect b="b" l="l" r="r" t="t"/>
            <a:pathLst>
              <a:path extrusionOk="0" h="850263" w="2175092">
                <a:moveTo>
                  <a:pt x="0" y="0"/>
                </a:moveTo>
                <a:lnTo>
                  <a:pt x="2175093" y="0"/>
                </a:lnTo>
                <a:lnTo>
                  <a:pt x="2175093" y="850264"/>
                </a:lnTo>
                <a:lnTo>
                  <a:pt x="0" y="850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5"/>
          <p:cNvSpPr txBox="1"/>
          <p:nvPr/>
        </p:nvSpPr>
        <p:spPr>
          <a:xfrm>
            <a:off x="4996188" y="547969"/>
            <a:ext cx="8298946" cy="1160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1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Agradecimentos</a:t>
            </a:r>
            <a:endParaRPr b="1" i="0" sz="7614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424104" y="7914817"/>
            <a:ext cx="7439792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Esforço coletivo</a:t>
            </a:r>
            <a:r>
              <a:rPr b="0" i="0" lang="en-US" sz="2400" u="none" cap="none" strike="noStrike">
                <a:solidFill>
                  <a:srgbClr val="4A1A6B"/>
                </a:solidFill>
                <a:latin typeface="Arial"/>
                <a:ea typeface="Arial"/>
                <a:cs typeface="Arial"/>
                <a:sym typeface="Arial"/>
              </a:rPr>
              <a:t>: A colaboração foi a chave para transformar desafios em soluções inovadoras.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1102009" y="6242293"/>
            <a:ext cx="3160600" cy="38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3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Prof.ª Alanis Urquisa</a:t>
            </a:r>
            <a:endParaRPr b="1" i="0" sz="2263" u="none" cap="none" strike="noStrike">
              <a:solidFill>
                <a:srgbClr val="4A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6"/>
          <p:cNvGrpSpPr/>
          <p:nvPr/>
        </p:nvGrpSpPr>
        <p:grpSpPr>
          <a:xfrm>
            <a:off x="536734" y="1878074"/>
            <a:ext cx="3189825" cy="6068808"/>
            <a:chOff x="-101821" y="-241102"/>
            <a:chExt cx="4253100" cy="8091744"/>
          </a:xfrm>
        </p:grpSpPr>
        <p:grpSp>
          <p:nvGrpSpPr>
            <p:cNvPr id="309" name="Google Shape;309;p16"/>
            <p:cNvGrpSpPr/>
            <p:nvPr/>
          </p:nvGrpSpPr>
          <p:grpSpPr>
            <a:xfrm>
              <a:off x="0" y="-241102"/>
              <a:ext cx="4114800" cy="8091744"/>
              <a:chOff x="0" y="-47625"/>
              <a:chExt cx="812800" cy="1598369"/>
            </a:xfrm>
          </p:grpSpPr>
          <p:sp>
            <p:nvSpPr>
              <p:cNvPr id="310" name="Google Shape;310;p16"/>
              <p:cNvSpPr/>
              <p:nvPr/>
            </p:nvSpPr>
            <p:spPr>
              <a:xfrm>
                <a:off x="0" y="0"/>
                <a:ext cx="812800" cy="1550744"/>
              </a:xfrm>
              <a:custGeom>
                <a:rect b="b" l="l" r="r" t="t"/>
                <a:pathLst>
                  <a:path extrusionOk="0" h="1550744" w="812800">
                    <a:moveTo>
                      <a:pt x="115398" y="0"/>
                    </a:moveTo>
                    <a:lnTo>
                      <a:pt x="697402" y="0"/>
                    </a:lnTo>
                    <a:cubicBezTo>
                      <a:pt x="728008" y="0"/>
                      <a:pt x="757360" y="12158"/>
                      <a:pt x="779001" y="33799"/>
                    </a:cubicBezTo>
                    <a:cubicBezTo>
                      <a:pt x="800642" y="55440"/>
                      <a:pt x="812800" y="84792"/>
                      <a:pt x="812800" y="115398"/>
                    </a:cubicBezTo>
                    <a:lnTo>
                      <a:pt x="812800" y="1435346"/>
                    </a:lnTo>
                    <a:cubicBezTo>
                      <a:pt x="812800" y="1465952"/>
                      <a:pt x="800642" y="1495304"/>
                      <a:pt x="779001" y="1516945"/>
                    </a:cubicBezTo>
                    <a:cubicBezTo>
                      <a:pt x="757360" y="1538586"/>
                      <a:pt x="728008" y="1550744"/>
                      <a:pt x="697402" y="1550744"/>
                    </a:cubicBezTo>
                    <a:lnTo>
                      <a:pt x="115398" y="1550744"/>
                    </a:lnTo>
                    <a:cubicBezTo>
                      <a:pt x="84792" y="1550744"/>
                      <a:pt x="55440" y="1538586"/>
                      <a:pt x="33799" y="1516945"/>
                    </a:cubicBezTo>
                    <a:cubicBezTo>
                      <a:pt x="12158" y="1495304"/>
                      <a:pt x="0" y="1465952"/>
                      <a:pt x="0" y="1435346"/>
                    </a:cubicBezTo>
                    <a:lnTo>
                      <a:pt x="0" y="115398"/>
                    </a:lnTo>
                    <a:cubicBezTo>
                      <a:pt x="0" y="84792"/>
                      <a:pt x="12158" y="55440"/>
                      <a:pt x="33799" y="33799"/>
                    </a:cubicBezTo>
                    <a:cubicBezTo>
                      <a:pt x="55440" y="12158"/>
                      <a:pt x="84792" y="0"/>
                      <a:pt x="11539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6"/>
              <p:cNvSpPr txBox="1"/>
              <p:nvPr/>
            </p:nvSpPr>
            <p:spPr>
              <a:xfrm>
                <a:off x="0" y="-47625"/>
                <a:ext cx="812800" cy="159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2" name="Google Shape;312;p16"/>
            <p:cNvSpPr/>
            <p:nvPr/>
          </p:nvSpPr>
          <p:spPr>
            <a:xfrm>
              <a:off x="549466" y="680426"/>
              <a:ext cx="3015868" cy="3015868"/>
            </a:xfrm>
            <a:custGeom>
              <a:rect b="b" l="l" r="r" t="t"/>
              <a:pathLst>
                <a:path extrusionOk="0" h="3015868" w="3015868">
                  <a:moveTo>
                    <a:pt x="0" y="0"/>
                  </a:moveTo>
                  <a:lnTo>
                    <a:pt x="3015868" y="0"/>
                  </a:lnTo>
                  <a:lnTo>
                    <a:pt x="3015868" y="3015868"/>
                  </a:lnTo>
                  <a:lnTo>
                    <a:pt x="0" y="30158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3" name="Google Shape;313;p16"/>
            <p:cNvSpPr/>
            <p:nvPr/>
          </p:nvSpPr>
          <p:spPr>
            <a:xfrm>
              <a:off x="904646" y="5016820"/>
              <a:ext cx="2299970" cy="2300012"/>
            </a:xfrm>
            <a:custGeom>
              <a:rect b="b" l="l" r="r" t="t"/>
              <a:pathLst>
                <a:path extrusionOk="0" h="2300012" w="2299970">
                  <a:moveTo>
                    <a:pt x="0" y="0"/>
                  </a:moveTo>
                  <a:lnTo>
                    <a:pt x="2299970" y="0"/>
                  </a:lnTo>
                  <a:lnTo>
                    <a:pt x="2299970" y="2300012"/>
                  </a:lnTo>
                  <a:lnTo>
                    <a:pt x="0" y="23000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6182" l="-37928" r="-37323" t="-77193"/>
              </a:stretch>
            </a:blipFill>
            <a:ln>
              <a:noFill/>
            </a:ln>
          </p:spPr>
        </p:sp>
        <p:sp>
          <p:nvSpPr>
            <p:cNvPr id="314" name="Google Shape;314;p16"/>
            <p:cNvSpPr txBox="1"/>
            <p:nvPr/>
          </p:nvSpPr>
          <p:spPr>
            <a:xfrm>
              <a:off x="-101821" y="3957833"/>
              <a:ext cx="4253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Edimilza C</a:t>
              </a:r>
              <a:r>
                <a:rPr b="1"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Jesus</a:t>
              </a:r>
              <a:endParaRPr/>
            </a:p>
          </p:txBody>
        </p:sp>
      </p:grpSp>
      <p:grpSp>
        <p:nvGrpSpPr>
          <p:cNvPr id="315" name="Google Shape;315;p16"/>
          <p:cNvGrpSpPr/>
          <p:nvPr/>
        </p:nvGrpSpPr>
        <p:grpSpPr>
          <a:xfrm>
            <a:off x="4105275" y="1878074"/>
            <a:ext cx="3086100" cy="6068807"/>
            <a:chOff x="0" y="-241102"/>
            <a:chExt cx="4114800" cy="8091744"/>
          </a:xfrm>
        </p:grpSpPr>
        <p:grpSp>
          <p:nvGrpSpPr>
            <p:cNvPr id="316" name="Google Shape;316;p16"/>
            <p:cNvGrpSpPr/>
            <p:nvPr/>
          </p:nvGrpSpPr>
          <p:grpSpPr>
            <a:xfrm>
              <a:off x="0" y="-241102"/>
              <a:ext cx="4114800" cy="8091744"/>
              <a:chOff x="0" y="-47625"/>
              <a:chExt cx="812800" cy="1598369"/>
            </a:xfrm>
          </p:grpSpPr>
          <p:sp>
            <p:nvSpPr>
              <p:cNvPr id="317" name="Google Shape;317;p16"/>
              <p:cNvSpPr/>
              <p:nvPr/>
            </p:nvSpPr>
            <p:spPr>
              <a:xfrm>
                <a:off x="0" y="0"/>
                <a:ext cx="812800" cy="1550744"/>
              </a:xfrm>
              <a:custGeom>
                <a:rect b="b" l="l" r="r" t="t"/>
                <a:pathLst>
                  <a:path extrusionOk="0" h="1550744" w="812800">
                    <a:moveTo>
                      <a:pt x="115398" y="0"/>
                    </a:moveTo>
                    <a:lnTo>
                      <a:pt x="697402" y="0"/>
                    </a:lnTo>
                    <a:cubicBezTo>
                      <a:pt x="728008" y="0"/>
                      <a:pt x="757360" y="12158"/>
                      <a:pt x="779001" y="33799"/>
                    </a:cubicBezTo>
                    <a:cubicBezTo>
                      <a:pt x="800642" y="55440"/>
                      <a:pt x="812800" y="84792"/>
                      <a:pt x="812800" y="115398"/>
                    </a:cubicBezTo>
                    <a:lnTo>
                      <a:pt x="812800" y="1435346"/>
                    </a:lnTo>
                    <a:cubicBezTo>
                      <a:pt x="812800" y="1465952"/>
                      <a:pt x="800642" y="1495304"/>
                      <a:pt x="779001" y="1516945"/>
                    </a:cubicBezTo>
                    <a:cubicBezTo>
                      <a:pt x="757360" y="1538586"/>
                      <a:pt x="728008" y="1550744"/>
                      <a:pt x="697402" y="1550744"/>
                    </a:cubicBezTo>
                    <a:lnTo>
                      <a:pt x="115398" y="1550744"/>
                    </a:lnTo>
                    <a:cubicBezTo>
                      <a:pt x="84792" y="1550744"/>
                      <a:pt x="55440" y="1538586"/>
                      <a:pt x="33799" y="1516945"/>
                    </a:cubicBezTo>
                    <a:cubicBezTo>
                      <a:pt x="12158" y="1495304"/>
                      <a:pt x="0" y="1465952"/>
                      <a:pt x="0" y="1435346"/>
                    </a:cubicBezTo>
                    <a:lnTo>
                      <a:pt x="0" y="115398"/>
                    </a:lnTo>
                    <a:cubicBezTo>
                      <a:pt x="0" y="84792"/>
                      <a:pt x="12158" y="55440"/>
                      <a:pt x="33799" y="33799"/>
                    </a:cubicBezTo>
                    <a:cubicBezTo>
                      <a:pt x="55440" y="12158"/>
                      <a:pt x="84792" y="0"/>
                      <a:pt x="11539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6"/>
              <p:cNvSpPr txBox="1"/>
              <p:nvPr/>
            </p:nvSpPr>
            <p:spPr>
              <a:xfrm>
                <a:off x="0" y="-47625"/>
                <a:ext cx="812800" cy="159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9" name="Google Shape;319;p16"/>
            <p:cNvSpPr/>
            <p:nvPr/>
          </p:nvSpPr>
          <p:spPr>
            <a:xfrm>
              <a:off x="549466" y="680426"/>
              <a:ext cx="3015868" cy="3015868"/>
            </a:xfrm>
            <a:custGeom>
              <a:rect b="b" l="l" r="r" t="t"/>
              <a:pathLst>
                <a:path extrusionOk="0" h="3015868" w="3015868">
                  <a:moveTo>
                    <a:pt x="0" y="0"/>
                  </a:moveTo>
                  <a:lnTo>
                    <a:pt x="3015868" y="0"/>
                  </a:lnTo>
                  <a:lnTo>
                    <a:pt x="3015868" y="3015868"/>
                  </a:lnTo>
                  <a:lnTo>
                    <a:pt x="0" y="30158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16"/>
            <p:cNvSpPr txBox="1"/>
            <p:nvPr/>
          </p:nvSpPr>
          <p:spPr>
            <a:xfrm>
              <a:off x="723999" y="4012520"/>
              <a:ext cx="2841336" cy="534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Letícia Fuzer</a:t>
              </a:r>
              <a:endParaRPr b="1" i="0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21" name="Google Shape;321;p16"/>
          <p:cNvSpPr/>
          <p:nvPr/>
        </p:nvSpPr>
        <p:spPr>
          <a:xfrm>
            <a:off x="4783759" y="5821515"/>
            <a:ext cx="1729131" cy="1725009"/>
          </a:xfrm>
          <a:custGeom>
            <a:rect b="b" l="l" r="r" t="t"/>
            <a:pathLst>
              <a:path extrusionOk="0" h="1725009" w="1729131">
                <a:moveTo>
                  <a:pt x="0" y="0"/>
                </a:moveTo>
                <a:lnTo>
                  <a:pt x="1729132" y="0"/>
                </a:lnTo>
                <a:lnTo>
                  <a:pt x="1729132" y="1725008"/>
                </a:lnTo>
                <a:lnTo>
                  <a:pt x="0" y="1725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588" l="-60887" r="-59830" t="-58373"/>
            </a:stretch>
          </a:blipFill>
          <a:ln>
            <a:noFill/>
          </a:ln>
        </p:spPr>
      </p:sp>
      <p:grpSp>
        <p:nvGrpSpPr>
          <p:cNvPr id="322" name="Google Shape;322;p16"/>
          <p:cNvGrpSpPr/>
          <p:nvPr/>
        </p:nvGrpSpPr>
        <p:grpSpPr>
          <a:xfrm>
            <a:off x="11093125" y="1878074"/>
            <a:ext cx="3086100" cy="6068807"/>
            <a:chOff x="0" y="-241102"/>
            <a:chExt cx="4114800" cy="8091744"/>
          </a:xfrm>
        </p:grpSpPr>
        <p:grpSp>
          <p:nvGrpSpPr>
            <p:cNvPr id="323" name="Google Shape;323;p16"/>
            <p:cNvGrpSpPr/>
            <p:nvPr/>
          </p:nvGrpSpPr>
          <p:grpSpPr>
            <a:xfrm>
              <a:off x="0" y="-241102"/>
              <a:ext cx="4114800" cy="8091744"/>
              <a:chOff x="0" y="-47625"/>
              <a:chExt cx="812800" cy="1598369"/>
            </a:xfrm>
          </p:grpSpPr>
          <p:sp>
            <p:nvSpPr>
              <p:cNvPr id="324" name="Google Shape;324;p16"/>
              <p:cNvSpPr/>
              <p:nvPr/>
            </p:nvSpPr>
            <p:spPr>
              <a:xfrm>
                <a:off x="0" y="0"/>
                <a:ext cx="812800" cy="1550744"/>
              </a:xfrm>
              <a:custGeom>
                <a:rect b="b" l="l" r="r" t="t"/>
                <a:pathLst>
                  <a:path extrusionOk="0" h="1550744" w="812800">
                    <a:moveTo>
                      <a:pt x="115398" y="0"/>
                    </a:moveTo>
                    <a:lnTo>
                      <a:pt x="697402" y="0"/>
                    </a:lnTo>
                    <a:cubicBezTo>
                      <a:pt x="728008" y="0"/>
                      <a:pt x="757360" y="12158"/>
                      <a:pt x="779001" y="33799"/>
                    </a:cubicBezTo>
                    <a:cubicBezTo>
                      <a:pt x="800642" y="55440"/>
                      <a:pt x="812800" y="84792"/>
                      <a:pt x="812800" y="115398"/>
                    </a:cubicBezTo>
                    <a:lnTo>
                      <a:pt x="812800" y="1435346"/>
                    </a:lnTo>
                    <a:cubicBezTo>
                      <a:pt x="812800" y="1465952"/>
                      <a:pt x="800642" y="1495304"/>
                      <a:pt x="779001" y="1516945"/>
                    </a:cubicBezTo>
                    <a:cubicBezTo>
                      <a:pt x="757360" y="1538586"/>
                      <a:pt x="728008" y="1550744"/>
                      <a:pt x="697402" y="1550744"/>
                    </a:cubicBezTo>
                    <a:lnTo>
                      <a:pt x="115398" y="1550744"/>
                    </a:lnTo>
                    <a:cubicBezTo>
                      <a:pt x="84792" y="1550744"/>
                      <a:pt x="55440" y="1538586"/>
                      <a:pt x="33799" y="1516945"/>
                    </a:cubicBezTo>
                    <a:cubicBezTo>
                      <a:pt x="12158" y="1495304"/>
                      <a:pt x="0" y="1465952"/>
                      <a:pt x="0" y="1435346"/>
                    </a:cubicBezTo>
                    <a:lnTo>
                      <a:pt x="0" y="115398"/>
                    </a:lnTo>
                    <a:cubicBezTo>
                      <a:pt x="0" y="84792"/>
                      <a:pt x="12158" y="55440"/>
                      <a:pt x="33799" y="33799"/>
                    </a:cubicBezTo>
                    <a:cubicBezTo>
                      <a:pt x="55440" y="12158"/>
                      <a:pt x="84792" y="0"/>
                      <a:pt x="11539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6"/>
              <p:cNvSpPr txBox="1"/>
              <p:nvPr/>
            </p:nvSpPr>
            <p:spPr>
              <a:xfrm>
                <a:off x="0" y="-47625"/>
                <a:ext cx="812800" cy="159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p16"/>
            <p:cNvSpPr/>
            <p:nvPr/>
          </p:nvSpPr>
          <p:spPr>
            <a:xfrm>
              <a:off x="549466" y="680426"/>
              <a:ext cx="3015868" cy="3015868"/>
            </a:xfrm>
            <a:custGeom>
              <a:rect b="b" l="l" r="r" t="t"/>
              <a:pathLst>
                <a:path extrusionOk="0" h="3015868" w="3015868">
                  <a:moveTo>
                    <a:pt x="0" y="0"/>
                  </a:moveTo>
                  <a:lnTo>
                    <a:pt x="3015868" y="0"/>
                  </a:lnTo>
                  <a:lnTo>
                    <a:pt x="3015868" y="3015868"/>
                  </a:lnTo>
                  <a:lnTo>
                    <a:pt x="0" y="30158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33333" l="0" r="0" t="0"/>
              </a:stretch>
            </a:blipFill>
            <a:ln>
              <a:noFill/>
            </a:ln>
          </p:spPr>
        </p:sp>
        <p:sp>
          <p:nvSpPr>
            <p:cNvPr id="327" name="Google Shape;327;p16"/>
            <p:cNvSpPr/>
            <p:nvPr/>
          </p:nvSpPr>
          <p:spPr>
            <a:xfrm>
              <a:off x="904646" y="4906007"/>
              <a:ext cx="2299970" cy="2299970"/>
            </a:xfrm>
            <a:custGeom>
              <a:rect b="b" l="l" r="r" t="t"/>
              <a:pathLst>
                <a:path extrusionOk="0" h="2299970" w="2299970">
                  <a:moveTo>
                    <a:pt x="0" y="0"/>
                  </a:moveTo>
                  <a:lnTo>
                    <a:pt x="2299970" y="0"/>
                  </a:lnTo>
                  <a:lnTo>
                    <a:pt x="2299970" y="2299970"/>
                  </a:lnTo>
                  <a:lnTo>
                    <a:pt x="0" y="22999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8249" l="-39031" r="-41166" t="-80589"/>
              </a:stretch>
            </a:blipFill>
            <a:ln>
              <a:noFill/>
            </a:ln>
          </p:spPr>
        </p:sp>
        <p:sp>
          <p:nvSpPr>
            <p:cNvPr id="328" name="Google Shape;328;p16"/>
            <p:cNvSpPr txBox="1"/>
            <p:nvPr/>
          </p:nvSpPr>
          <p:spPr>
            <a:xfrm>
              <a:off x="401836" y="4012520"/>
              <a:ext cx="3501731" cy="534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Thais Rodrigues</a:t>
              </a:r>
              <a:endParaRPr/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7597450" y="1878074"/>
            <a:ext cx="3086100" cy="6068807"/>
            <a:chOff x="0" y="-241102"/>
            <a:chExt cx="4114800" cy="8091744"/>
          </a:xfrm>
        </p:grpSpPr>
        <p:grpSp>
          <p:nvGrpSpPr>
            <p:cNvPr id="330" name="Google Shape;330;p16"/>
            <p:cNvGrpSpPr/>
            <p:nvPr/>
          </p:nvGrpSpPr>
          <p:grpSpPr>
            <a:xfrm>
              <a:off x="0" y="-241102"/>
              <a:ext cx="4114800" cy="8091744"/>
              <a:chOff x="0" y="-47625"/>
              <a:chExt cx="812800" cy="1598369"/>
            </a:xfrm>
          </p:grpSpPr>
          <p:sp>
            <p:nvSpPr>
              <p:cNvPr id="331" name="Google Shape;331;p16"/>
              <p:cNvSpPr/>
              <p:nvPr/>
            </p:nvSpPr>
            <p:spPr>
              <a:xfrm>
                <a:off x="0" y="0"/>
                <a:ext cx="812800" cy="1550744"/>
              </a:xfrm>
              <a:custGeom>
                <a:rect b="b" l="l" r="r" t="t"/>
                <a:pathLst>
                  <a:path extrusionOk="0" h="1550744" w="812800">
                    <a:moveTo>
                      <a:pt x="115398" y="0"/>
                    </a:moveTo>
                    <a:lnTo>
                      <a:pt x="697402" y="0"/>
                    </a:lnTo>
                    <a:cubicBezTo>
                      <a:pt x="728008" y="0"/>
                      <a:pt x="757360" y="12158"/>
                      <a:pt x="779001" y="33799"/>
                    </a:cubicBezTo>
                    <a:cubicBezTo>
                      <a:pt x="800642" y="55440"/>
                      <a:pt x="812800" y="84792"/>
                      <a:pt x="812800" y="115398"/>
                    </a:cubicBezTo>
                    <a:lnTo>
                      <a:pt x="812800" y="1435346"/>
                    </a:lnTo>
                    <a:cubicBezTo>
                      <a:pt x="812800" y="1465952"/>
                      <a:pt x="800642" y="1495304"/>
                      <a:pt x="779001" y="1516945"/>
                    </a:cubicBezTo>
                    <a:cubicBezTo>
                      <a:pt x="757360" y="1538586"/>
                      <a:pt x="728008" y="1550744"/>
                      <a:pt x="697402" y="1550744"/>
                    </a:cubicBezTo>
                    <a:lnTo>
                      <a:pt x="115398" y="1550744"/>
                    </a:lnTo>
                    <a:cubicBezTo>
                      <a:pt x="84792" y="1550744"/>
                      <a:pt x="55440" y="1538586"/>
                      <a:pt x="33799" y="1516945"/>
                    </a:cubicBezTo>
                    <a:cubicBezTo>
                      <a:pt x="12158" y="1495304"/>
                      <a:pt x="0" y="1465952"/>
                      <a:pt x="0" y="1435346"/>
                    </a:cubicBezTo>
                    <a:lnTo>
                      <a:pt x="0" y="115398"/>
                    </a:lnTo>
                    <a:cubicBezTo>
                      <a:pt x="0" y="84792"/>
                      <a:pt x="12158" y="55440"/>
                      <a:pt x="33799" y="33799"/>
                    </a:cubicBezTo>
                    <a:cubicBezTo>
                      <a:pt x="55440" y="12158"/>
                      <a:pt x="84792" y="0"/>
                      <a:pt x="11539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6"/>
              <p:cNvSpPr txBox="1"/>
              <p:nvPr/>
            </p:nvSpPr>
            <p:spPr>
              <a:xfrm>
                <a:off x="0" y="-47625"/>
                <a:ext cx="812800" cy="159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3" name="Google Shape;333;p16"/>
            <p:cNvSpPr/>
            <p:nvPr/>
          </p:nvSpPr>
          <p:spPr>
            <a:xfrm>
              <a:off x="549466" y="680426"/>
              <a:ext cx="3015868" cy="3015868"/>
            </a:xfrm>
            <a:custGeom>
              <a:rect b="b" l="l" r="r" t="t"/>
              <a:pathLst>
                <a:path extrusionOk="0" h="3015868" w="3015868">
                  <a:moveTo>
                    <a:pt x="0" y="0"/>
                  </a:moveTo>
                  <a:lnTo>
                    <a:pt x="3015868" y="0"/>
                  </a:lnTo>
                  <a:lnTo>
                    <a:pt x="3015868" y="3015868"/>
                  </a:lnTo>
                  <a:lnTo>
                    <a:pt x="0" y="30158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75055" l="0" r="0" t="0"/>
              </a:stretch>
            </a:blipFill>
            <a:ln>
              <a:noFill/>
            </a:ln>
          </p:spPr>
        </p:sp>
        <p:sp>
          <p:nvSpPr>
            <p:cNvPr id="334" name="Google Shape;334;p16"/>
            <p:cNvSpPr/>
            <p:nvPr/>
          </p:nvSpPr>
          <p:spPr>
            <a:xfrm>
              <a:off x="904646" y="4905965"/>
              <a:ext cx="2305508" cy="2300012"/>
            </a:xfrm>
            <a:custGeom>
              <a:rect b="b" l="l" r="r" t="t"/>
              <a:pathLst>
                <a:path extrusionOk="0" h="2300012" w="2305508">
                  <a:moveTo>
                    <a:pt x="0" y="0"/>
                  </a:moveTo>
                  <a:lnTo>
                    <a:pt x="2305508" y="0"/>
                  </a:lnTo>
                  <a:lnTo>
                    <a:pt x="2305508" y="2300012"/>
                  </a:lnTo>
                  <a:lnTo>
                    <a:pt x="0" y="23000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253" l="0" r="0" t="-253"/>
              </a:stretch>
            </a:blipFill>
            <a:ln>
              <a:noFill/>
            </a:ln>
          </p:spPr>
        </p:sp>
        <p:sp>
          <p:nvSpPr>
            <p:cNvPr id="335" name="Google Shape;335;p16"/>
            <p:cNvSpPr txBox="1"/>
            <p:nvPr/>
          </p:nvSpPr>
          <p:spPr>
            <a:xfrm>
              <a:off x="109436" y="4012534"/>
              <a:ext cx="3891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Murilo Manalischi</a:t>
              </a:r>
              <a:endParaRPr b="1" i="0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6" name="Google Shape;336;p16"/>
          <p:cNvGrpSpPr/>
          <p:nvPr/>
        </p:nvGrpSpPr>
        <p:grpSpPr>
          <a:xfrm>
            <a:off x="14588800" y="1878074"/>
            <a:ext cx="3086100" cy="6068807"/>
            <a:chOff x="0" y="-241102"/>
            <a:chExt cx="4114800" cy="8091744"/>
          </a:xfrm>
        </p:grpSpPr>
        <p:grpSp>
          <p:nvGrpSpPr>
            <p:cNvPr id="337" name="Google Shape;337;p16"/>
            <p:cNvGrpSpPr/>
            <p:nvPr/>
          </p:nvGrpSpPr>
          <p:grpSpPr>
            <a:xfrm>
              <a:off x="0" y="-241102"/>
              <a:ext cx="4114800" cy="8091744"/>
              <a:chOff x="0" y="-47625"/>
              <a:chExt cx="812800" cy="1598369"/>
            </a:xfrm>
          </p:grpSpPr>
          <p:sp>
            <p:nvSpPr>
              <p:cNvPr id="338" name="Google Shape;338;p16"/>
              <p:cNvSpPr/>
              <p:nvPr/>
            </p:nvSpPr>
            <p:spPr>
              <a:xfrm>
                <a:off x="0" y="0"/>
                <a:ext cx="812800" cy="1550744"/>
              </a:xfrm>
              <a:custGeom>
                <a:rect b="b" l="l" r="r" t="t"/>
                <a:pathLst>
                  <a:path extrusionOk="0" h="1550744" w="812800">
                    <a:moveTo>
                      <a:pt x="115398" y="0"/>
                    </a:moveTo>
                    <a:lnTo>
                      <a:pt x="697402" y="0"/>
                    </a:lnTo>
                    <a:cubicBezTo>
                      <a:pt x="728008" y="0"/>
                      <a:pt x="757360" y="12158"/>
                      <a:pt x="779001" y="33799"/>
                    </a:cubicBezTo>
                    <a:cubicBezTo>
                      <a:pt x="800642" y="55440"/>
                      <a:pt x="812800" y="84792"/>
                      <a:pt x="812800" y="115398"/>
                    </a:cubicBezTo>
                    <a:lnTo>
                      <a:pt x="812800" y="1435346"/>
                    </a:lnTo>
                    <a:cubicBezTo>
                      <a:pt x="812800" y="1465952"/>
                      <a:pt x="800642" y="1495304"/>
                      <a:pt x="779001" y="1516945"/>
                    </a:cubicBezTo>
                    <a:cubicBezTo>
                      <a:pt x="757360" y="1538586"/>
                      <a:pt x="728008" y="1550744"/>
                      <a:pt x="697402" y="1550744"/>
                    </a:cubicBezTo>
                    <a:lnTo>
                      <a:pt x="115398" y="1550744"/>
                    </a:lnTo>
                    <a:cubicBezTo>
                      <a:pt x="84792" y="1550744"/>
                      <a:pt x="55440" y="1538586"/>
                      <a:pt x="33799" y="1516945"/>
                    </a:cubicBezTo>
                    <a:cubicBezTo>
                      <a:pt x="12158" y="1495304"/>
                      <a:pt x="0" y="1465952"/>
                      <a:pt x="0" y="1435346"/>
                    </a:cubicBezTo>
                    <a:lnTo>
                      <a:pt x="0" y="115398"/>
                    </a:lnTo>
                    <a:cubicBezTo>
                      <a:pt x="0" y="84792"/>
                      <a:pt x="12158" y="55440"/>
                      <a:pt x="33799" y="33799"/>
                    </a:cubicBezTo>
                    <a:cubicBezTo>
                      <a:pt x="55440" y="12158"/>
                      <a:pt x="84792" y="0"/>
                      <a:pt x="11539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1A6B"/>
                  </a:gs>
                  <a:gs pos="100000">
                    <a:srgbClr val="D946A6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6"/>
              <p:cNvSpPr txBox="1"/>
              <p:nvPr/>
            </p:nvSpPr>
            <p:spPr>
              <a:xfrm>
                <a:off x="0" y="-47625"/>
                <a:ext cx="812800" cy="159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0" name="Google Shape;340;p16"/>
            <p:cNvSpPr/>
            <p:nvPr/>
          </p:nvSpPr>
          <p:spPr>
            <a:xfrm>
              <a:off x="549466" y="680426"/>
              <a:ext cx="3015868" cy="3015868"/>
            </a:xfrm>
            <a:custGeom>
              <a:rect b="b" l="l" r="r" t="t"/>
              <a:pathLst>
                <a:path extrusionOk="0" h="3015868" w="3015868">
                  <a:moveTo>
                    <a:pt x="0" y="0"/>
                  </a:moveTo>
                  <a:lnTo>
                    <a:pt x="3015868" y="0"/>
                  </a:lnTo>
                  <a:lnTo>
                    <a:pt x="3015868" y="3015868"/>
                  </a:lnTo>
                  <a:lnTo>
                    <a:pt x="0" y="30158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50272" l="0" r="0" t="0"/>
              </a:stretch>
            </a:blipFill>
            <a:ln>
              <a:noFill/>
            </a:ln>
          </p:spPr>
        </p:sp>
        <p:sp>
          <p:nvSpPr>
            <p:cNvPr id="341" name="Google Shape;341;p16"/>
            <p:cNvSpPr/>
            <p:nvPr/>
          </p:nvSpPr>
          <p:spPr>
            <a:xfrm>
              <a:off x="901700" y="4905965"/>
              <a:ext cx="2299970" cy="2300012"/>
            </a:xfrm>
            <a:custGeom>
              <a:rect b="b" l="l" r="r" t="t"/>
              <a:pathLst>
                <a:path extrusionOk="0" h="2300012" w="2299970">
                  <a:moveTo>
                    <a:pt x="0" y="0"/>
                  </a:moveTo>
                  <a:lnTo>
                    <a:pt x="2299970" y="0"/>
                  </a:lnTo>
                  <a:lnTo>
                    <a:pt x="2299970" y="2300012"/>
                  </a:lnTo>
                  <a:lnTo>
                    <a:pt x="0" y="23000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-10533" l="-48165" r="-45844" t="-53843"/>
              </a:stretch>
            </a:blipFill>
            <a:ln>
              <a:noFill/>
            </a:ln>
          </p:spPr>
        </p:sp>
        <p:sp>
          <p:nvSpPr>
            <p:cNvPr id="342" name="Google Shape;342;p16"/>
            <p:cNvSpPr txBox="1"/>
            <p:nvPr/>
          </p:nvSpPr>
          <p:spPr>
            <a:xfrm>
              <a:off x="246767" y="4012534"/>
              <a:ext cx="364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Wendler Wendel</a:t>
              </a:r>
              <a:endParaRPr/>
            </a:p>
          </p:txBody>
        </p:sp>
      </p:grpSp>
      <p:grpSp>
        <p:nvGrpSpPr>
          <p:cNvPr id="343" name="Google Shape;343;p16"/>
          <p:cNvGrpSpPr/>
          <p:nvPr/>
        </p:nvGrpSpPr>
        <p:grpSpPr>
          <a:xfrm>
            <a:off x="5648325" y="8337549"/>
            <a:ext cx="7204058" cy="1456983"/>
            <a:chOff x="0" y="-47625"/>
            <a:chExt cx="1799530" cy="316419"/>
          </a:xfrm>
        </p:grpSpPr>
        <p:sp>
          <p:nvSpPr>
            <p:cNvPr id="344" name="Google Shape;344;p16"/>
            <p:cNvSpPr/>
            <p:nvPr/>
          </p:nvSpPr>
          <p:spPr>
            <a:xfrm>
              <a:off x="0" y="0"/>
              <a:ext cx="1799530" cy="268794"/>
            </a:xfrm>
            <a:custGeom>
              <a:rect b="b" l="l" r="r" t="t"/>
              <a:pathLst>
                <a:path extrusionOk="0" h="268794" w="1799530">
                  <a:moveTo>
                    <a:pt x="29460" y="0"/>
                  </a:moveTo>
                  <a:lnTo>
                    <a:pt x="1770070" y="0"/>
                  </a:lnTo>
                  <a:cubicBezTo>
                    <a:pt x="1786340" y="0"/>
                    <a:pt x="1799530" y="13190"/>
                    <a:pt x="1799530" y="29460"/>
                  </a:cubicBezTo>
                  <a:lnTo>
                    <a:pt x="1799530" y="239334"/>
                  </a:lnTo>
                  <a:cubicBezTo>
                    <a:pt x="1799530" y="247147"/>
                    <a:pt x="1796426" y="254640"/>
                    <a:pt x="1790902" y="260165"/>
                  </a:cubicBezTo>
                  <a:cubicBezTo>
                    <a:pt x="1785377" y="265690"/>
                    <a:pt x="1777883" y="268794"/>
                    <a:pt x="1770070" y="268794"/>
                  </a:cubicBezTo>
                  <a:lnTo>
                    <a:pt x="29460" y="268794"/>
                  </a:lnTo>
                  <a:cubicBezTo>
                    <a:pt x="13190" y="268794"/>
                    <a:pt x="0" y="255604"/>
                    <a:pt x="0" y="239334"/>
                  </a:cubicBezTo>
                  <a:lnTo>
                    <a:pt x="0" y="29460"/>
                  </a:lnTo>
                  <a:cubicBezTo>
                    <a:pt x="0" y="13190"/>
                    <a:pt x="13190" y="0"/>
                    <a:pt x="29460" y="0"/>
                  </a:cubicBezTo>
                  <a:close/>
                </a:path>
              </a:pathLst>
            </a:custGeom>
            <a:solidFill>
              <a:srgbClr val="D94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6"/>
            <p:cNvSpPr txBox="1"/>
            <p:nvPr/>
          </p:nvSpPr>
          <p:spPr>
            <a:xfrm>
              <a:off x="0" y="-47625"/>
              <a:ext cx="1799530" cy="316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6"/>
          <p:cNvGrpSpPr/>
          <p:nvPr/>
        </p:nvGrpSpPr>
        <p:grpSpPr>
          <a:xfrm>
            <a:off x="6158614" y="8337555"/>
            <a:ext cx="377771" cy="1201403"/>
            <a:chOff x="0" y="-47625"/>
            <a:chExt cx="99495" cy="316419"/>
          </a:xfrm>
        </p:grpSpPr>
        <p:sp>
          <p:nvSpPr>
            <p:cNvPr id="347" name="Google Shape;347;p16"/>
            <p:cNvSpPr/>
            <p:nvPr/>
          </p:nvSpPr>
          <p:spPr>
            <a:xfrm>
              <a:off x="0" y="0"/>
              <a:ext cx="99495" cy="268794"/>
            </a:xfrm>
            <a:custGeom>
              <a:rect b="b" l="l" r="r" t="t"/>
              <a:pathLst>
                <a:path extrusionOk="0" h="268794" w="99495">
                  <a:moveTo>
                    <a:pt x="0" y="0"/>
                  </a:moveTo>
                  <a:lnTo>
                    <a:pt x="99495" y="0"/>
                  </a:lnTo>
                  <a:lnTo>
                    <a:pt x="99495" y="268794"/>
                  </a:lnTo>
                  <a:lnTo>
                    <a:pt x="0" y="268794"/>
                  </a:lnTo>
                  <a:close/>
                </a:path>
              </a:pathLst>
            </a:custGeom>
            <a:solidFill>
              <a:srgbClr val="D946A6"/>
            </a:solidFill>
            <a:ln>
              <a:noFill/>
            </a:ln>
          </p:spPr>
        </p:sp>
        <p:sp>
          <p:nvSpPr>
            <p:cNvPr id="348" name="Google Shape;348;p16"/>
            <p:cNvSpPr txBox="1"/>
            <p:nvPr/>
          </p:nvSpPr>
          <p:spPr>
            <a:xfrm>
              <a:off x="0" y="-47625"/>
              <a:ext cx="99495" cy="316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16"/>
          <p:cNvGrpSpPr/>
          <p:nvPr/>
        </p:nvGrpSpPr>
        <p:grpSpPr>
          <a:xfrm>
            <a:off x="5968114" y="8463205"/>
            <a:ext cx="427583" cy="847057"/>
            <a:chOff x="0" y="-47625"/>
            <a:chExt cx="112614" cy="223093"/>
          </a:xfrm>
        </p:grpSpPr>
        <p:sp>
          <p:nvSpPr>
            <p:cNvPr id="350" name="Google Shape;350;p16"/>
            <p:cNvSpPr/>
            <p:nvPr/>
          </p:nvSpPr>
          <p:spPr>
            <a:xfrm>
              <a:off x="0" y="0"/>
              <a:ext cx="112614" cy="175468"/>
            </a:xfrm>
            <a:custGeom>
              <a:rect b="b" l="l" r="r" t="t"/>
              <a:pathLst>
                <a:path extrusionOk="0" h="175468" w="112614">
                  <a:moveTo>
                    <a:pt x="0" y="0"/>
                  </a:moveTo>
                  <a:lnTo>
                    <a:pt x="112614" y="0"/>
                  </a:lnTo>
                  <a:lnTo>
                    <a:pt x="112614" y="175468"/>
                  </a:lnTo>
                  <a:lnTo>
                    <a:pt x="0" y="175468"/>
                  </a:lnTo>
                  <a:close/>
                </a:path>
              </a:pathLst>
            </a:custGeom>
            <a:solidFill>
              <a:srgbClr val="D946A6"/>
            </a:solidFill>
            <a:ln>
              <a:noFill/>
            </a:ln>
          </p:spPr>
        </p:sp>
        <p:sp>
          <p:nvSpPr>
            <p:cNvPr id="351" name="Google Shape;351;p16"/>
            <p:cNvSpPr txBox="1"/>
            <p:nvPr/>
          </p:nvSpPr>
          <p:spPr>
            <a:xfrm>
              <a:off x="0" y="-47625"/>
              <a:ext cx="112614" cy="22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6"/>
          <p:cNvSpPr/>
          <p:nvPr/>
        </p:nvSpPr>
        <p:spPr>
          <a:xfrm>
            <a:off x="5648325" y="8518381"/>
            <a:ext cx="1020577" cy="1020577"/>
          </a:xfrm>
          <a:custGeom>
            <a:rect b="b" l="l" r="r" t="t"/>
            <a:pathLst>
              <a:path extrusionOk="0" h="1020577" w="1020577">
                <a:moveTo>
                  <a:pt x="0" y="0"/>
                </a:moveTo>
                <a:lnTo>
                  <a:pt x="1020577" y="0"/>
                </a:lnTo>
                <a:lnTo>
                  <a:pt x="1020577" y="1020577"/>
                </a:lnTo>
                <a:lnTo>
                  <a:pt x="0" y="102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16"/>
          <p:cNvSpPr txBox="1"/>
          <p:nvPr/>
        </p:nvSpPr>
        <p:spPr>
          <a:xfrm>
            <a:off x="4402489" y="563475"/>
            <a:ext cx="101013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Nos adicione no LinkedIn</a:t>
            </a:r>
            <a:endParaRPr/>
          </a:p>
        </p:txBody>
      </p:sp>
      <p:sp>
        <p:nvSpPr>
          <p:cNvPr id="354" name="Google Shape;354;p16"/>
          <p:cNvSpPr txBox="1"/>
          <p:nvPr/>
        </p:nvSpPr>
        <p:spPr>
          <a:xfrm>
            <a:off x="6846974" y="8801974"/>
            <a:ext cx="571438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Ficou alguma dúvida? Nos pergunte!</a:t>
            </a:r>
            <a:endParaRPr/>
          </a:p>
        </p:txBody>
      </p:sp>
      <p:sp>
        <p:nvSpPr>
          <p:cNvPr id="355" name="Google Shape;355;p16"/>
          <p:cNvSpPr txBox="1"/>
          <p:nvPr/>
        </p:nvSpPr>
        <p:spPr>
          <a:xfrm>
            <a:off x="17059115" y="9467390"/>
            <a:ext cx="79147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1A6B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Administrador</dc:creator>
</cp:coreProperties>
</file>